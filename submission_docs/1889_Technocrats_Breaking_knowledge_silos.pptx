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4" r:id="rId2"/>
    <p:sldId id="256" r:id="rId3"/>
    <p:sldId id="263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31"/>
    <p:restoredTop sz="94576"/>
  </p:normalViewPr>
  <p:slideViewPr>
    <p:cSldViewPr snapToGrid="0" snapToObjects="1">
      <p:cViewPr varScale="1">
        <p:scale>
          <a:sx n="147" d="100"/>
          <a:sy n="147" d="100"/>
        </p:scale>
        <p:origin x="268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6558DA-D64D-4ABF-8CCE-ACEBB6906552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7B7FAED-CC21-4E5A-B1C7-F259ADB3C633}">
      <dgm:prSet/>
      <dgm:spPr/>
      <dgm:t>
        <a:bodyPr/>
        <a:lstStyle/>
        <a:p>
          <a:r>
            <a:rPr lang="en-IN" dirty="0"/>
            <a:t>Shikha Maheshwari</a:t>
          </a:r>
          <a:endParaRPr lang="en-US" dirty="0"/>
        </a:p>
      </dgm:t>
    </dgm:pt>
    <dgm:pt modelId="{505BE370-4894-4341-9121-4E17747A8740}" type="parTrans" cxnId="{F6B8F473-DD39-4015-9B2B-847D2E58F2EF}">
      <dgm:prSet/>
      <dgm:spPr/>
      <dgm:t>
        <a:bodyPr/>
        <a:lstStyle/>
        <a:p>
          <a:endParaRPr lang="en-US"/>
        </a:p>
      </dgm:t>
    </dgm:pt>
    <dgm:pt modelId="{7F0F8829-6EB4-4B86-80CA-EC65342C0706}" type="sibTrans" cxnId="{F6B8F473-DD39-4015-9B2B-847D2E58F2EF}">
      <dgm:prSet/>
      <dgm:spPr/>
      <dgm:t>
        <a:bodyPr/>
        <a:lstStyle/>
        <a:p>
          <a:endParaRPr lang="en-US"/>
        </a:p>
      </dgm:t>
    </dgm:pt>
    <dgm:pt modelId="{975AA877-A766-45C7-AFF1-09F2D7AB296B}">
      <dgm:prSet/>
      <dgm:spPr/>
      <dgm:t>
        <a:bodyPr/>
        <a:lstStyle/>
        <a:p>
          <a:r>
            <a:rPr lang="en-IN"/>
            <a:t>Sowmya S</a:t>
          </a:r>
          <a:endParaRPr lang="en-US"/>
        </a:p>
      </dgm:t>
    </dgm:pt>
    <dgm:pt modelId="{C7F7F737-5339-4DE9-B1D1-0A37D4BD319D}" type="parTrans" cxnId="{2D1F748D-CF67-4574-A98D-16578903EBBC}">
      <dgm:prSet/>
      <dgm:spPr/>
      <dgm:t>
        <a:bodyPr/>
        <a:lstStyle/>
        <a:p>
          <a:endParaRPr lang="en-US"/>
        </a:p>
      </dgm:t>
    </dgm:pt>
    <dgm:pt modelId="{A6B3AD84-7B93-4A15-AA77-C1B54E3749F4}" type="sibTrans" cxnId="{2D1F748D-CF67-4574-A98D-16578903EBBC}">
      <dgm:prSet/>
      <dgm:spPr/>
      <dgm:t>
        <a:bodyPr/>
        <a:lstStyle/>
        <a:p>
          <a:endParaRPr lang="en-US"/>
        </a:p>
      </dgm:t>
    </dgm:pt>
    <dgm:pt modelId="{BD0C3D92-F8A8-4451-AB94-F22F624041AC}">
      <dgm:prSet/>
      <dgm:spPr/>
      <dgm:t>
        <a:bodyPr/>
        <a:lstStyle/>
        <a:p>
          <a:r>
            <a:rPr lang="en-IN"/>
            <a:t>Akash Kumar</a:t>
          </a:r>
          <a:endParaRPr lang="en-US"/>
        </a:p>
      </dgm:t>
    </dgm:pt>
    <dgm:pt modelId="{28802C17-9E51-4892-A342-3B678C2849CE}" type="parTrans" cxnId="{F2C1907F-94B9-4C57-9A5E-B61132170CAD}">
      <dgm:prSet/>
      <dgm:spPr/>
      <dgm:t>
        <a:bodyPr/>
        <a:lstStyle/>
        <a:p>
          <a:endParaRPr lang="en-US"/>
        </a:p>
      </dgm:t>
    </dgm:pt>
    <dgm:pt modelId="{5A6615D9-6F0E-4390-8A3C-7012FF3E82F1}" type="sibTrans" cxnId="{F2C1907F-94B9-4C57-9A5E-B61132170CAD}">
      <dgm:prSet/>
      <dgm:spPr/>
      <dgm:t>
        <a:bodyPr/>
        <a:lstStyle/>
        <a:p>
          <a:endParaRPr lang="en-US"/>
        </a:p>
      </dgm:t>
    </dgm:pt>
    <dgm:pt modelId="{83BB1DD3-E57F-4A99-B1FB-B294BB02AD5A}">
      <dgm:prSet/>
      <dgm:spPr/>
      <dgm:t>
        <a:bodyPr/>
        <a:lstStyle/>
        <a:p>
          <a:r>
            <a:rPr lang="en-IN"/>
            <a:t>Prateek Sharma</a:t>
          </a:r>
          <a:endParaRPr lang="en-US"/>
        </a:p>
      </dgm:t>
    </dgm:pt>
    <dgm:pt modelId="{7F91E736-E39C-4FA7-AA76-96C840F9B303}" type="parTrans" cxnId="{DA3B693D-3424-43CF-A132-AEF2369F473D}">
      <dgm:prSet/>
      <dgm:spPr/>
      <dgm:t>
        <a:bodyPr/>
        <a:lstStyle/>
        <a:p>
          <a:endParaRPr lang="en-US"/>
        </a:p>
      </dgm:t>
    </dgm:pt>
    <dgm:pt modelId="{605BB261-0B59-4810-9D80-511F0F3D3EE2}" type="sibTrans" cxnId="{DA3B693D-3424-43CF-A132-AEF2369F473D}">
      <dgm:prSet/>
      <dgm:spPr/>
      <dgm:t>
        <a:bodyPr/>
        <a:lstStyle/>
        <a:p>
          <a:endParaRPr lang="en-US"/>
        </a:p>
      </dgm:t>
    </dgm:pt>
    <dgm:pt modelId="{8CE40C6E-80F6-B743-B23A-33C15E29ECA9}" type="pres">
      <dgm:prSet presAssocID="{4D6558DA-D64D-4ABF-8CCE-ACEBB6906552}" presName="linear" presStyleCnt="0">
        <dgm:presLayoutVars>
          <dgm:dir/>
          <dgm:animLvl val="lvl"/>
          <dgm:resizeHandles val="exact"/>
        </dgm:presLayoutVars>
      </dgm:prSet>
      <dgm:spPr/>
    </dgm:pt>
    <dgm:pt modelId="{AA0DA023-9316-494F-8462-59CBE6D7BFB1}" type="pres">
      <dgm:prSet presAssocID="{67B7FAED-CC21-4E5A-B1C7-F259ADB3C633}" presName="parentLin" presStyleCnt="0"/>
      <dgm:spPr/>
    </dgm:pt>
    <dgm:pt modelId="{6EC39A4A-7C76-4E45-A870-CC1BFD9A7408}" type="pres">
      <dgm:prSet presAssocID="{67B7FAED-CC21-4E5A-B1C7-F259ADB3C633}" presName="parentLeftMargin" presStyleLbl="node1" presStyleIdx="0" presStyleCnt="4"/>
      <dgm:spPr/>
    </dgm:pt>
    <dgm:pt modelId="{B4561BBA-9934-B940-8E35-24B010D55D84}" type="pres">
      <dgm:prSet presAssocID="{67B7FAED-CC21-4E5A-B1C7-F259ADB3C63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B2EBC3D-BD6F-E44D-BF83-CD3F641E6793}" type="pres">
      <dgm:prSet presAssocID="{67B7FAED-CC21-4E5A-B1C7-F259ADB3C633}" presName="negativeSpace" presStyleCnt="0"/>
      <dgm:spPr/>
    </dgm:pt>
    <dgm:pt modelId="{5B0C21EE-2122-6145-9F2C-5782A4CF59E6}" type="pres">
      <dgm:prSet presAssocID="{67B7FAED-CC21-4E5A-B1C7-F259ADB3C633}" presName="childText" presStyleLbl="conFgAcc1" presStyleIdx="0" presStyleCnt="4">
        <dgm:presLayoutVars>
          <dgm:bulletEnabled val="1"/>
        </dgm:presLayoutVars>
      </dgm:prSet>
      <dgm:spPr/>
    </dgm:pt>
    <dgm:pt modelId="{E85AF345-4B84-0140-912F-601F4C836AA3}" type="pres">
      <dgm:prSet presAssocID="{7F0F8829-6EB4-4B86-80CA-EC65342C0706}" presName="spaceBetweenRectangles" presStyleCnt="0"/>
      <dgm:spPr/>
    </dgm:pt>
    <dgm:pt modelId="{210533CF-2EB4-B742-A253-5C9C1FCAA4F4}" type="pres">
      <dgm:prSet presAssocID="{975AA877-A766-45C7-AFF1-09F2D7AB296B}" presName="parentLin" presStyleCnt="0"/>
      <dgm:spPr/>
    </dgm:pt>
    <dgm:pt modelId="{93B8661D-05C9-E145-9401-45813EBA08F6}" type="pres">
      <dgm:prSet presAssocID="{975AA877-A766-45C7-AFF1-09F2D7AB296B}" presName="parentLeftMargin" presStyleLbl="node1" presStyleIdx="0" presStyleCnt="4"/>
      <dgm:spPr/>
    </dgm:pt>
    <dgm:pt modelId="{A218262E-401F-1846-AB1D-B78574B980CD}" type="pres">
      <dgm:prSet presAssocID="{975AA877-A766-45C7-AFF1-09F2D7AB296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8395CEA-7A62-D94E-BE65-0A59A4F6FA78}" type="pres">
      <dgm:prSet presAssocID="{975AA877-A766-45C7-AFF1-09F2D7AB296B}" presName="negativeSpace" presStyleCnt="0"/>
      <dgm:spPr/>
    </dgm:pt>
    <dgm:pt modelId="{1D1C7EB1-9B0D-BA4B-9BF1-CEF4E355D842}" type="pres">
      <dgm:prSet presAssocID="{975AA877-A766-45C7-AFF1-09F2D7AB296B}" presName="childText" presStyleLbl="conFgAcc1" presStyleIdx="1" presStyleCnt="4">
        <dgm:presLayoutVars>
          <dgm:bulletEnabled val="1"/>
        </dgm:presLayoutVars>
      </dgm:prSet>
      <dgm:spPr/>
    </dgm:pt>
    <dgm:pt modelId="{2FE9E78D-D307-0345-B7BA-F35CBA7DACB7}" type="pres">
      <dgm:prSet presAssocID="{A6B3AD84-7B93-4A15-AA77-C1B54E3749F4}" presName="spaceBetweenRectangles" presStyleCnt="0"/>
      <dgm:spPr/>
    </dgm:pt>
    <dgm:pt modelId="{21DF18C5-E70D-854B-8C0D-C4BB83889D54}" type="pres">
      <dgm:prSet presAssocID="{BD0C3D92-F8A8-4451-AB94-F22F624041AC}" presName="parentLin" presStyleCnt="0"/>
      <dgm:spPr/>
    </dgm:pt>
    <dgm:pt modelId="{766BC22B-34A6-0C42-BEF9-BEEF770CBEFD}" type="pres">
      <dgm:prSet presAssocID="{BD0C3D92-F8A8-4451-AB94-F22F624041AC}" presName="parentLeftMargin" presStyleLbl="node1" presStyleIdx="1" presStyleCnt="4"/>
      <dgm:spPr/>
    </dgm:pt>
    <dgm:pt modelId="{6EE756C1-F18E-A947-BC19-B43C9C78A82C}" type="pres">
      <dgm:prSet presAssocID="{BD0C3D92-F8A8-4451-AB94-F22F624041A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71D0373-C9F9-CC4F-B7A4-4C8CF1B0864A}" type="pres">
      <dgm:prSet presAssocID="{BD0C3D92-F8A8-4451-AB94-F22F624041AC}" presName="negativeSpace" presStyleCnt="0"/>
      <dgm:spPr/>
    </dgm:pt>
    <dgm:pt modelId="{5427043A-5D4D-614A-8BC1-5371B116CCC1}" type="pres">
      <dgm:prSet presAssocID="{BD0C3D92-F8A8-4451-AB94-F22F624041AC}" presName="childText" presStyleLbl="conFgAcc1" presStyleIdx="2" presStyleCnt="4">
        <dgm:presLayoutVars>
          <dgm:bulletEnabled val="1"/>
        </dgm:presLayoutVars>
      </dgm:prSet>
      <dgm:spPr/>
    </dgm:pt>
    <dgm:pt modelId="{15ED4494-996D-A64C-8741-BA6671995FD5}" type="pres">
      <dgm:prSet presAssocID="{5A6615D9-6F0E-4390-8A3C-7012FF3E82F1}" presName="spaceBetweenRectangles" presStyleCnt="0"/>
      <dgm:spPr/>
    </dgm:pt>
    <dgm:pt modelId="{54917674-CBAD-6A41-83F5-35EE34DE61A6}" type="pres">
      <dgm:prSet presAssocID="{83BB1DD3-E57F-4A99-B1FB-B294BB02AD5A}" presName="parentLin" presStyleCnt="0"/>
      <dgm:spPr/>
    </dgm:pt>
    <dgm:pt modelId="{2F74D8E0-3887-1140-A2FD-4792475B007F}" type="pres">
      <dgm:prSet presAssocID="{83BB1DD3-E57F-4A99-B1FB-B294BB02AD5A}" presName="parentLeftMargin" presStyleLbl="node1" presStyleIdx="2" presStyleCnt="4"/>
      <dgm:spPr/>
    </dgm:pt>
    <dgm:pt modelId="{0109AD19-F72F-D744-9A76-AF7D4037056B}" type="pres">
      <dgm:prSet presAssocID="{83BB1DD3-E57F-4A99-B1FB-B294BB02AD5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07396CD-E1E9-334D-8341-9FF3D31CC399}" type="pres">
      <dgm:prSet presAssocID="{83BB1DD3-E57F-4A99-B1FB-B294BB02AD5A}" presName="negativeSpace" presStyleCnt="0"/>
      <dgm:spPr/>
    </dgm:pt>
    <dgm:pt modelId="{6CF8292C-439E-5C47-907D-0D661D8B1BDB}" type="pres">
      <dgm:prSet presAssocID="{83BB1DD3-E57F-4A99-B1FB-B294BB02AD5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F065604-1EDB-A64C-8349-4931FCD0CA7D}" type="presOf" srcId="{83BB1DD3-E57F-4A99-B1FB-B294BB02AD5A}" destId="{0109AD19-F72F-D744-9A76-AF7D4037056B}" srcOrd="1" destOrd="0" presId="urn:microsoft.com/office/officeart/2005/8/layout/list1"/>
    <dgm:cxn modelId="{8791F81B-6F39-3041-8B9E-F87F60611657}" type="presOf" srcId="{975AA877-A766-45C7-AFF1-09F2D7AB296B}" destId="{93B8661D-05C9-E145-9401-45813EBA08F6}" srcOrd="0" destOrd="0" presId="urn:microsoft.com/office/officeart/2005/8/layout/list1"/>
    <dgm:cxn modelId="{8C1E481D-FC38-8A4F-BC3B-39856496D9D6}" type="presOf" srcId="{83BB1DD3-E57F-4A99-B1FB-B294BB02AD5A}" destId="{2F74D8E0-3887-1140-A2FD-4792475B007F}" srcOrd="0" destOrd="0" presId="urn:microsoft.com/office/officeart/2005/8/layout/list1"/>
    <dgm:cxn modelId="{8940FE1D-8794-2941-98D5-423F1FAD94EC}" type="presOf" srcId="{67B7FAED-CC21-4E5A-B1C7-F259ADB3C633}" destId="{6EC39A4A-7C76-4E45-A870-CC1BFD9A7408}" srcOrd="0" destOrd="0" presId="urn:microsoft.com/office/officeart/2005/8/layout/list1"/>
    <dgm:cxn modelId="{DA3B693D-3424-43CF-A132-AEF2369F473D}" srcId="{4D6558DA-D64D-4ABF-8CCE-ACEBB6906552}" destId="{83BB1DD3-E57F-4A99-B1FB-B294BB02AD5A}" srcOrd="3" destOrd="0" parTransId="{7F91E736-E39C-4FA7-AA76-96C840F9B303}" sibTransId="{605BB261-0B59-4810-9D80-511F0F3D3EE2}"/>
    <dgm:cxn modelId="{49D41070-7026-5E41-A92A-81673C02EFDA}" type="presOf" srcId="{67B7FAED-CC21-4E5A-B1C7-F259ADB3C633}" destId="{B4561BBA-9934-B940-8E35-24B010D55D84}" srcOrd="1" destOrd="0" presId="urn:microsoft.com/office/officeart/2005/8/layout/list1"/>
    <dgm:cxn modelId="{F6B8F473-DD39-4015-9B2B-847D2E58F2EF}" srcId="{4D6558DA-D64D-4ABF-8CCE-ACEBB6906552}" destId="{67B7FAED-CC21-4E5A-B1C7-F259ADB3C633}" srcOrd="0" destOrd="0" parTransId="{505BE370-4894-4341-9121-4E17747A8740}" sibTransId="{7F0F8829-6EB4-4B86-80CA-EC65342C0706}"/>
    <dgm:cxn modelId="{F2C1907F-94B9-4C57-9A5E-B61132170CAD}" srcId="{4D6558DA-D64D-4ABF-8CCE-ACEBB6906552}" destId="{BD0C3D92-F8A8-4451-AB94-F22F624041AC}" srcOrd="2" destOrd="0" parTransId="{28802C17-9E51-4892-A342-3B678C2849CE}" sibTransId="{5A6615D9-6F0E-4390-8A3C-7012FF3E82F1}"/>
    <dgm:cxn modelId="{2D1F748D-CF67-4574-A98D-16578903EBBC}" srcId="{4D6558DA-D64D-4ABF-8CCE-ACEBB6906552}" destId="{975AA877-A766-45C7-AFF1-09F2D7AB296B}" srcOrd="1" destOrd="0" parTransId="{C7F7F737-5339-4DE9-B1D1-0A37D4BD319D}" sibTransId="{A6B3AD84-7B93-4A15-AA77-C1B54E3749F4}"/>
    <dgm:cxn modelId="{702A53B0-D24A-8A40-B989-DC2ED26D73E2}" type="presOf" srcId="{975AA877-A766-45C7-AFF1-09F2D7AB296B}" destId="{A218262E-401F-1846-AB1D-B78574B980CD}" srcOrd="1" destOrd="0" presId="urn:microsoft.com/office/officeart/2005/8/layout/list1"/>
    <dgm:cxn modelId="{01395AB4-26FB-3B4B-B121-55294ACA57A4}" type="presOf" srcId="{4D6558DA-D64D-4ABF-8CCE-ACEBB6906552}" destId="{8CE40C6E-80F6-B743-B23A-33C15E29ECA9}" srcOrd="0" destOrd="0" presId="urn:microsoft.com/office/officeart/2005/8/layout/list1"/>
    <dgm:cxn modelId="{7778E9BF-1F72-8A48-A8CA-2837FD9350B6}" type="presOf" srcId="{BD0C3D92-F8A8-4451-AB94-F22F624041AC}" destId="{6EE756C1-F18E-A947-BC19-B43C9C78A82C}" srcOrd="1" destOrd="0" presId="urn:microsoft.com/office/officeart/2005/8/layout/list1"/>
    <dgm:cxn modelId="{361213E1-894E-9649-AC2C-A18AD0B73B01}" type="presOf" srcId="{BD0C3D92-F8A8-4451-AB94-F22F624041AC}" destId="{766BC22B-34A6-0C42-BEF9-BEEF770CBEFD}" srcOrd="0" destOrd="0" presId="urn:microsoft.com/office/officeart/2005/8/layout/list1"/>
    <dgm:cxn modelId="{4B851D54-3DC1-B24E-9DD8-6826BD22AC8E}" type="presParOf" srcId="{8CE40C6E-80F6-B743-B23A-33C15E29ECA9}" destId="{AA0DA023-9316-494F-8462-59CBE6D7BFB1}" srcOrd="0" destOrd="0" presId="urn:microsoft.com/office/officeart/2005/8/layout/list1"/>
    <dgm:cxn modelId="{1317B4D1-9638-1B49-A20A-CE9BDB252B2B}" type="presParOf" srcId="{AA0DA023-9316-494F-8462-59CBE6D7BFB1}" destId="{6EC39A4A-7C76-4E45-A870-CC1BFD9A7408}" srcOrd="0" destOrd="0" presId="urn:microsoft.com/office/officeart/2005/8/layout/list1"/>
    <dgm:cxn modelId="{3CD84739-E823-AA42-9A0D-95F59D2F96C6}" type="presParOf" srcId="{AA0DA023-9316-494F-8462-59CBE6D7BFB1}" destId="{B4561BBA-9934-B940-8E35-24B010D55D84}" srcOrd="1" destOrd="0" presId="urn:microsoft.com/office/officeart/2005/8/layout/list1"/>
    <dgm:cxn modelId="{30296A8A-D53B-AB4E-90D4-F6BE32A3F437}" type="presParOf" srcId="{8CE40C6E-80F6-B743-B23A-33C15E29ECA9}" destId="{6B2EBC3D-BD6F-E44D-BF83-CD3F641E6793}" srcOrd="1" destOrd="0" presId="urn:microsoft.com/office/officeart/2005/8/layout/list1"/>
    <dgm:cxn modelId="{7F927240-6603-5E4A-8930-D52C72C9B7BC}" type="presParOf" srcId="{8CE40C6E-80F6-B743-B23A-33C15E29ECA9}" destId="{5B0C21EE-2122-6145-9F2C-5782A4CF59E6}" srcOrd="2" destOrd="0" presId="urn:microsoft.com/office/officeart/2005/8/layout/list1"/>
    <dgm:cxn modelId="{E4419DAB-F415-5748-A1D8-67CBAE6E4340}" type="presParOf" srcId="{8CE40C6E-80F6-B743-B23A-33C15E29ECA9}" destId="{E85AF345-4B84-0140-912F-601F4C836AA3}" srcOrd="3" destOrd="0" presId="urn:microsoft.com/office/officeart/2005/8/layout/list1"/>
    <dgm:cxn modelId="{179FA421-E1C5-8C4C-AE03-7A6A5E49FDC0}" type="presParOf" srcId="{8CE40C6E-80F6-B743-B23A-33C15E29ECA9}" destId="{210533CF-2EB4-B742-A253-5C9C1FCAA4F4}" srcOrd="4" destOrd="0" presId="urn:microsoft.com/office/officeart/2005/8/layout/list1"/>
    <dgm:cxn modelId="{C5A318BC-1D83-494F-8D55-B9E1464DCFFF}" type="presParOf" srcId="{210533CF-2EB4-B742-A253-5C9C1FCAA4F4}" destId="{93B8661D-05C9-E145-9401-45813EBA08F6}" srcOrd="0" destOrd="0" presId="urn:microsoft.com/office/officeart/2005/8/layout/list1"/>
    <dgm:cxn modelId="{24F6ABD6-DCF6-9240-8A9D-8D5B9E27AF2D}" type="presParOf" srcId="{210533CF-2EB4-B742-A253-5C9C1FCAA4F4}" destId="{A218262E-401F-1846-AB1D-B78574B980CD}" srcOrd="1" destOrd="0" presId="urn:microsoft.com/office/officeart/2005/8/layout/list1"/>
    <dgm:cxn modelId="{5407290A-9AAC-6F4E-97E7-B6F056C610A6}" type="presParOf" srcId="{8CE40C6E-80F6-B743-B23A-33C15E29ECA9}" destId="{C8395CEA-7A62-D94E-BE65-0A59A4F6FA78}" srcOrd="5" destOrd="0" presId="urn:microsoft.com/office/officeart/2005/8/layout/list1"/>
    <dgm:cxn modelId="{B40C7818-9D02-C842-B2FE-3FE6CFB60C1F}" type="presParOf" srcId="{8CE40C6E-80F6-B743-B23A-33C15E29ECA9}" destId="{1D1C7EB1-9B0D-BA4B-9BF1-CEF4E355D842}" srcOrd="6" destOrd="0" presId="urn:microsoft.com/office/officeart/2005/8/layout/list1"/>
    <dgm:cxn modelId="{95FCC9BA-874D-FD44-98D2-2E6CB17782D7}" type="presParOf" srcId="{8CE40C6E-80F6-B743-B23A-33C15E29ECA9}" destId="{2FE9E78D-D307-0345-B7BA-F35CBA7DACB7}" srcOrd="7" destOrd="0" presId="urn:microsoft.com/office/officeart/2005/8/layout/list1"/>
    <dgm:cxn modelId="{11272358-A155-7349-8DC4-1B22AA24FA98}" type="presParOf" srcId="{8CE40C6E-80F6-B743-B23A-33C15E29ECA9}" destId="{21DF18C5-E70D-854B-8C0D-C4BB83889D54}" srcOrd="8" destOrd="0" presId="urn:microsoft.com/office/officeart/2005/8/layout/list1"/>
    <dgm:cxn modelId="{CC6D07E4-7C00-884B-92EE-97564B72325A}" type="presParOf" srcId="{21DF18C5-E70D-854B-8C0D-C4BB83889D54}" destId="{766BC22B-34A6-0C42-BEF9-BEEF770CBEFD}" srcOrd="0" destOrd="0" presId="urn:microsoft.com/office/officeart/2005/8/layout/list1"/>
    <dgm:cxn modelId="{1BF353DB-FA16-1E4E-A756-268BF59ABAD1}" type="presParOf" srcId="{21DF18C5-E70D-854B-8C0D-C4BB83889D54}" destId="{6EE756C1-F18E-A947-BC19-B43C9C78A82C}" srcOrd="1" destOrd="0" presId="urn:microsoft.com/office/officeart/2005/8/layout/list1"/>
    <dgm:cxn modelId="{EFE55520-5B8E-FF49-82C6-703BBAF486A8}" type="presParOf" srcId="{8CE40C6E-80F6-B743-B23A-33C15E29ECA9}" destId="{271D0373-C9F9-CC4F-B7A4-4C8CF1B0864A}" srcOrd="9" destOrd="0" presId="urn:microsoft.com/office/officeart/2005/8/layout/list1"/>
    <dgm:cxn modelId="{136616BB-1B57-7B4C-A5C8-7A0F3B2F2CEB}" type="presParOf" srcId="{8CE40C6E-80F6-B743-B23A-33C15E29ECA9}" destId="{5427043A-5D4D-614A-8BC1-5371B116CCC1}" srcOrd="10" destOrd="0" presId="urn:microsoft.com/office/officeart/2005/8/layout/list1"/>
    <dgm:cxn modelId="{84BCDECF-9CDB-7240-B732-12AEC8EF5ECB}" type="presParOf" srcId="{8CE40C6E-80F6-B743-B23A-33C15E29ECA9}" destId="{15ED4494-996D-A64C-8741-BA6671995FD5}" srcOrd="11" destOrd="0" presId="urn:microsoft.com/office/officeart/2005/8/layout/list1"/>
    <dgm:cxn modelId="{BCFD1F0D-D14D-6243-B900-2EA50B69AFF1}" type="presParOf" srcId="{8CE40C6E-80F6-B743-B23A-33C15E29ECA9}" destId="{54917674-CBAD-6A41-83F5-35EE34DE61A6}" srcOrd="12" destOrd="0" presId="urn:microsoft.com/office/officeart/2005/8/layout/list1"/>
    <dgm:cxn modelId="{A016FC33-D4C1-DD4D-96C7-BEEBB33480CC}" type="presParOf" srcId="{54917674-CBAD-6A41-83F5-35EE34DE61A6}" destId="{2F74D8E0-3887-1140-A2FD-4792475B007F}" srcOrd="0" destOrd="0" presId="urn:microsoft.com/office/officeart/2005/8/layout/list1"/>
    <dgm:cxn modelId="{C180179F-4383-9246-9934-3DBD28C49FF4}" type="presParOf" srcId="{54917674-CBAD-6A41-83F5-35EE34DE61A6}" destId="{0109AD19-F72F-D744-9A76-AF7D4037056B}" srcOrd="1" destOrd="0" presId="urn:microsoft.com/office/officeart/2005/8/layout/list1"/>
    <dgm:cxn modelId="{B4D08C6E-FA91-F649-8025-882108EB627C}" type="presParOf" srcId="{8CE40C6E-80F6-B743-B23A-33C15E29ECA9}" destId="{507396CD-E1E9-334D-8341-9FF3D31CC399}" srcOrd="13" destOrd="0" presId="urn:microsoft.com/office/officeart/2005/8/layout/list1"/>
    <dgm:cxn modelId="{4FABE3C8-22DA-9B4F-9815-096BF40663E7}" type="presParOf" srcId="{8CE40C6E-80F6-B743-B23A-33C15E29ECA9}" destId="{6CF8292C-439E-5C47-907D-0D661D8B1BD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F5A123-C12C-4C45-8F0A-25D155461BE7}" type="doc">
      <dgm:prSet loTypeId="urn:microsoft.com/office/officeart/2005/8/layout/list1" loCatId="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A9399E8-8DF3-BA47-B89A-E4F956AA24BC}">
      <dgm:prSet phldrT="[Text]"/>
      <dgm:spPr/>
      <dgm:t>
        <a:bodyPr/>
        <a:lstStyle/>
        <a:p>
          <a:r>
            <a:rPr lang="en-IN" dirty="0">
              <a:effectLst/>
              <a:latin typeface="Monaco" pitchFamily="2" charset="77"/>
            </a:rPr>
            <a:t>Unified query interface across all sources</a:t>
          </a:r>
          <a:endParaRPr lang="en-GB" dirty="0"/>
        </a:p>
      </dgm:t>
    </dgm:pt>
    <dgm:pt modelId="{B17E439E-F14F-0440-92AA-CAAC413271EB}" type="parTrans" cxnId="{9842E8B6-4249-6A4A-87C2-E65D72FB1D89}">
      <dgm:prSet/>
      <dgm:spPr/>
      <dgm:t>
        <a:bodyPr/>
        <a:lstStyle/>
        <a:p>
          <a:endParaRPr lang="en-GB"/>
        </a:p>
      </dgm:t>
    </dgm:pt>
    <dgm:pt modelId="{BBA7135A-AACB-D84A-99EA-8329F07A6BD7}" type="sibTrans" cxnId="{9842E8B6-4249-6A4A-87C2-E65D72FB1D89}">
      <dgm:prSet/>
      <dgm:spPr/>
      <dgm:t>
        <a:bodyPr/>
        <a:lstStyle/>
        <a:p>
          <a:endParaRPr lang="en-GB"/>
        </a:p>
      </dgm:t>
    </dgm:pt>
    <dgm:pt modelId="{27F58454-283F-3442-B39F-06D47EE9D6D8}">
      <dgm:prSet phldrT="[Text]"/>
      <dgm:spPr/>
      <dgm:t>
        <a:bodyPr/>
        <a:lstStyle/>
        <a:p>
          <a:pPr>
            <a:buNone/>
          </a:pPr>
          <a:r>
            <a:rPr lang="en-IN" dirty="0">
              <a:effectLst/>
              <a:latin typeface="Monaco" pitchFamily="2" charset="77"/>
            </a:rPr>
            <a:t>Context-aware retrieval using embeddings (Chroma DB)</a:t>
          </a:r>
          <a:endParaRPr lang="en-GB" dirty="0"/>
        </a:p>
      </dgm:t>
    </dgm:pt>
    <dgm:pt modelId="{6FE84377-E2E8-7444-A1A3-BA46E9FE6CEA}" type="parTrans" cxnId="{5A449ECE-2AA8-2140-B40C-F847C4EF2663}">
      <dgm:prSet/>
      <dgm:spPr/>
      <dgm:t>
        <a:bodyPr/>
        <a:lstStyle/>
        <a:p>
          <a:endParaRPr lang="en-GB"/>
        </a:p>
      </dgm:t>
    </dgm:pt>
    <dgm:pt modelId="{094D26E6-6AB0-6F4B-8CB3-E30F65ED349F}" type="sibTrans" cxnId="{5A449ECE-2AA8-2140-B40C-F847C4EF2663}">
      <dgm:prSet/>
      <dgm:spPr/>
      <dgm:t>
        <a:bodyPr/>
        <a:lstStyle/>
        <a:p>
          <a:endParaRPr lang="en-GB"/>
        </a:p>
      </dgm:t>
    </dgm:pt>
    <dgm:pt modelId="{599C9507-9E53-0E4E-A59E-72844DC97BD6}">
      <dgm:prSet phldrT="[Text]"/>
      <dgm:spPr/>
      <dgm:t>
        <a:bodyPr/>
        <a:lstStyle/>
        <a:p>
          <a:pPr algn="ctr">
            <a:buNone/>
          </a:pPr>
          <a:r>
            <a:rPr lang="en-IN" dirty="0">
              <a:effectLst/>
              <a:latin typeface="Monaco" pitchFamily="2" charset="77"/>
            </a:rPr>
            <a:t>Intelligent Response = Code + Documentation + Infrastructure + Notes</a:t>
          </a:r>
          <a:endParaRPr lang="en-GB" dirty="0"/>
        </a:p>
      </dgm:t>
    </dgm:pt>
    <dgm:pt modelId="{16F11BEE-F445-2A4D-96EC-999B9D5AE46F}" type="parTrans" cxnId="{0448B719-4F0C-7049-9BF9-D3B3E40C9B56}">
      <dgm:prSet/>
      <dgm:spPr/>
      <dgm:t>
        <a:bodyPr/>
        <a:lstStyle/>
        <a:p>
          <a:endParaRPr lang="en-GB"/>
        </a:p>
      </dgm:t>
    </dgm:pt>
    <dgm:pt modelId="{CB62189D-9749-444B-BC51-B0CB029145FA}" type="sibTrans" cxnId="{0448B719-4F0C-7049-9BF9-D3B3E40C9B56}">
      <dgm:prSet/>
      <dgm:spPr/>
      <dgm:t>
        <a:bodyPr/>
        <a:lstStyle/>
        <a:p>
          <a:endParaRPr lang="en-GB"/>
        </a:p>
      </dgm:t>
    </dgm:pt>
    <dgm:pt modelId="{63F166DB-33BD-F344-961E-BFBD9257368B}" type="pres">
      <dgm:prSet presAssocID="{6FF5A123-C12C-4C45-8F0A-25D155461BE7}" presName="linear" presStyleCnt="0">
        <dgm:presLayoutVars>
          <dgm:dir/>
          <dgm:animLvl val="lvl"/>
          <dgm:resizeHandles val="exact"/>
        </dgm:presLayoutVars>
      </dgm:prSet>
      <dgm:spPr/>
    </dgm:pt>
    <dgm:pt modelId="{E3D3EB7E-936D-DB41-8606-233696F81B1C}" type="pres">
      <dgm:prSet presAssocID="{2A9399E8-8DF3-BA47-B89A-E4F956AA24BC}" presName="parentLin" presStyleCnt="0"/>
      <dgm:spPr/>
    </dgm:pt>
    <dgm:pt modelId="{E76325C6-46A5-104D-B1B2-E9D12D799541}" type="pres">
      <dgm:prSet presAssocID="{2A9399E8-8DF3-BA47-B89A-E4F956AA24BC}" presName="parentLeftMargin" presStyleLbl="node1" presStyleIdx="0" presStyleCnt="3"/>
      <dgm:spPr/>
    </dgm:pt>
    <dgm:pt modelId="{BA4A5D0A-C24E-7042-8EE3-016706B39AE2}" type="pres">
      <dgm:prSet presAssocID="{2A9399E8-8DF3-BA47-B89A-E4F956AA24B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F7FAFD1-9CE2-BB41-A810-DCE249D4DD65}" type="pres">
      <dgm:prSet presAssocID="{2A9399E8-8DF3-BA47-B89A-E4F956AA24BC}" presName="negativeSpace" presStyleCnt="0"/>
      <dgm:spPr/>
    </dgm:pt>
    <dgm:pt modelId="{2BD01F77-928C-7443-9A71-7DDEF36F5506}" type="pres">
      <dgm:prSet presAssocID="{2A9399E8-8DF3-BA47-B89A-E4F956AA24BC}" presName="childText" presStyleLbl="conFgAcc1" presStyleIdx="0" presStyleCnt="3">
        <dgm:presLayoutVars>
          <dgm:bulletEnabled val="1"/>
        </dgm:presLayoutVars>
      </dgm:prSet>
      <dgm:spPr/>
    </dgm:pt>
    <dgm:pt modelId="{39B24872-8D9D-3144-B324-1C128780025A}" type="pres">
      <dgm:prSet presAssocID="{BBA7135A-AACB-D84A-99EA-8329F07A6BD7}" presName="spaceBetweenRectangles" presStyleCnt="0"/>
      <dgm:spPr/>
    </dgm:pt>
    <dgm:pt modelId="{342C3B50-B8EF-A642-9FFD-81541B99E21B}" type="pres">
      <dgm:prSet presAssocID="{27F58454-283F-3442-B39F-06D47EE9D6D8}" presName="parentLin" presStyleCnt="0"/>
      <dgm:spPr/>
    </dgm:pt>
    <dgm:pt modelId="{31763AE4-79A7-F84F-9B8D-255EFD0DBFA6}" type="pres">
      <dgm:prSet presAssocID="{27F58454-283F-3442-B39F-06D47EE9D6D8}" presName="parentLeftMargin" presStyleLbl="node1" presStyleIdx="0" presStyleCnt="3"/>
      <dgm:spPr/>
    </dgm:pt>
    <dgm:pt modelId="{B226E5F8-49EE-594C-86F5-773E7989D933}" type="pres">
      <dgm:prSet presAssocID="{27F58454-283F-3442-B39F-06D47EE9D6D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34A9129-A3E3-EE44-8C06-57BD6F6978CC}" type="pres">
      <dgm:prSet presAssocID="{27F58454-283F-3442-B39F-06D47EE9D6D8}" presName="negativeSpace" presStyleCnt="0"/>
      <dgm:spPr/>
    </dgm:pt>
    <dgm:pt modelId="{144B86BC-63A5-9B44-AAAE-2AE8F84D5F00}" type="pres">
      <dgm:prSet presAssocID="{27F58454-283F-3442-B39F-06D47EE9D6D8}" presName="childText" presStyleLbl="conFgAcc1" presStyleIdx="1" presStyleCnt="3">
        <dgm:presLayoutVars>
          <dgm:bulletEnabled val="1"/>
        </dgm:presLayoutVars>
      </dgm:prSet>
      <dgm:spPr/>
    </dgm:pt>
    <dgm:pt modelId="{5B1264F5-2641-AC4A-96BB-469E793363CF}" type="pres">
      <dgm:prSet presAssocID="{094D26E6-6AB0-6F4B-8CB3-E30F65ED349F}" presName="spaceBetweenRectangles" presStyleCnt="0"/>
      <dgm:spPr/>
    </dgm:pt>
    <dgm:pt modelId="{C72D783F-9D3E-BB4D-BEEF-F44200B4024C}" type="pres">
      <dgm:prSet presAssocID="{599C9507-9E53-0E4E-A59E-72844DC97BD6}" presName="parentLin" presStyleCnt="0"/>
      <dgm:spPr/>
    </dgm:pt>
    <dgm:pt modelId="{9B643AB6-13E6-2642-9973-3B4EC3224922}" type="pres">
      <dgm:prSet presAssocID="{599C9507-9E53-0E4E-A59E-72844DC97BD6}" presName="parentLeftMargin" presStyleLbl="node1" presStyleIdx="1" presStyleCnt="3"/>
      <dgm:spPr/>
    </dgm:pt>
    <dgm:pt modelId="{5EE4E6C8-5ACE-A046-8350-726AE26FDC7E}" type="pres">
      <dgm:prSet presAssocID="{599C9507-9E53-0E4E-A59E-72844DC97BD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0A194BB-B73B-EA49-827D-DC9703215FAE}" type="pres">
      <dgm:prSet presAssocID="{599C9507-9E53-0E4E-A59E-72844DC97BD6}" presName="negativeSpace" presStyleCnt="0"/>
      <dgm:spPr/>
    </dgm:pt>
    <dgm:pt modelId="{9CB30F58-4998-D141-AD86-9381F603859C}" type="pres">
      <dgm:prSet presAssocID="{599C9507-9E53-0E4E-A59E-72844DC97BD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86CCB09-1297-2B45-B04C-4F041E42835D}" type="presOf" srcId="{27F58454-283F-3442-B39F-06D47EE9D6D8}" destId="{31763AE4-79A7-F84F-9B8D-255EFD0DBFA6}" srcOrd="0" destOrd="0" presId="urn:microsoft.com/office/officeart/2005/8/layout/list1"/>
    <dgm:cxn modelId="{0448B719-4F0C-7049-9BF9-D3B3E40C9B56}" srcId="{6FF5A123-C12C-4C45-8F0A-25D155461BE7}" destId="{599C9507-9E53-0E4E-A59E-72844DC97BD6}" srcOrd="2" destOrd="0" parTransId="{16F11BEE-F445-2A4D-96EC-999B9D5AE46F}" sibTransId="{CB62189D-9749-444B-BC51-B0CB029145FA}"/>
    <dgm:cxn modelId="{07F23334-BD63-F249-A2D4-826B0554D223}" type="presOf" srcId="{599C9507-9E53-0E4E-A59E-72844DC97BD6}" destId="{5EE4E6C8-5ACE-A046-8350-726AE26FDC7E}" srcOrd="1" destOrd="0" presId="urn:microsoft.com/office/officeart/2005/8/layout/list1"/>
    <dgm:cxn modelId="{7D5D5D54-11AE-104F-A8B5-0BDE07D54283}" type="presOf" srcId="{27F58454-283F-3442-B39F-06D47EE9D6D8}" destId="{B226E5F8-49EE-594C-86F5-773E7989D933}" srcOrd="1" destOrd="0" presId="urn:microsoft.com/office/officeart/2005/8/layout/list1"/>
    <dgm:cxn modelId="{4877766F-B0B8-1849-9E9D-23BDA7889862}" type="presOf" srcId="{6FF5A123-C12C-4C45-8F0A-25D155461BE7}" destId="{63F166DB-33BD-F344-961E-BFBD9257368B}" srcOrd="0" destOrd="0" presId="urn:microsoft.com/office/officeart/2005/8/layout/list1"/>
    <dgm:cxn modelId="{0ABDA0A1-351E-ED4F-84AB-663C51F4CCF4}" type="presOf" srcId="{2A9399E8-8DF3-BA47-B89A-E4F956AA24BC}" destId="{BA4A5D0A-C24E-7042-8EE3-016706B39AE2}" srcOrd="1" destOrd="0" presId="urn:microsoft.com/office/officeart/2005/8/layout/list1"/>
    <dgm:cxn modelId="{9842E8B6-4249-6A4A-87C2-E65D72FB1D89}" srcId="{6FF5A123-C12C-4C45-8F0A-25D155461BE7}" destId="{2A9399E8-8DF3-BA47-B89A-E4F956AA24BC}" srcOrd="0" destOrd="0" parTransId="{B17E439E-F14F-0440-92AA-CAAC413271EB}" sibTransId="{BBA7135A-AACB-D84A-99EA-8329F07A6BD7}"/>
    <dgm:cxn modelId="{85AAC7C5-14B7-E443-9AB0-D44525F95855}" type="presOf" srcId="{599C9507-9E53-0E4E-A59E-72844DC97BD6}" destId="{9B643AB6-13E6-2642-9973-3B4EC3224922}" srcOrd="0" destOrd="0" presId="urn:microsoft.com/office/officeart/2005/8/layout/list1"/>
    <dgm:cxn modelId="{5A449ECE-2AA8-2140-B40C-F847C4EF2663}" srcId="{6FF5A123-C12C-4C45-8F0A-25D155461BE7}" destId="{27F58454-283F-3442-B39F-06D47EE9D6D8}" srcOrd="1" destOrd="0" parTransId="{6FE84377-E2E8-7444-A1A3-BA46E9FE6CEA}" sibTransId="{094D26E6-6AB0-6F4B-8CB3-E30F65ED349F}"/>
    <dgm:cxn modelId="{A9AE4BE6-4EC3-C348-8104-E2D3F3364838}" type="presOf" srcId="{2A9399E8-8DF3-BA47-B89A-E4F956AA24BC}" destId="{E76325C6-46A5-104D-B1B2-E9D12D799541}" srcOrd="0" destOrd="0" presId="urn:microsoft.com/office/officeart/2005/8/layout/list1"/>
    <dgm:cxn modelId="{440AC78C-E2CF-8C43-B108-DC60A7E5FF2D}" type="presParOf" srcId="{63F166DB-33BD-F344-961E-BFBD9257368B}" destId="{E3D3EB7E-936D-DB41-8606-233696F81B1C}" srcOrd="0" destOrd="0" presId="urn:microsoft.com/office/officeart/2005/8/layout/list1"/>
    <dgm:cxn modelId="{78C4DE05-D46A-4E4F-B00E-5D14E34A57D1}" type="presParOf" srcId="{E3D3EB7E-936D-DB41-8606-233696F81B1C}" destId="{E76325C6-46A5-104D-B1B2-E9D12D799541}" srcOrd="0" destOrd="0" presId="urn:microsoft.com/office/officeart/2005/8/layout/list1"/>
    <dgm:cxn modelId="{2921F4DF-77AA-9D44-9B64-ECE17A0BA063}" type="presParOf" srcId="{E3D3EB7E-936D-DB41-8606-233696F81B1C}" destId="{BA4A5D0A-C24E-7042-8EE3-016706B39AE2}" srcOrd="1" destOrd="0" presId="urn:microsoft.com/office/officeart/2005/8/layout/list1"/>
    <dgm:cxn modelId="{FCCDEC4F-3845-8C4F-97AB-19C7E2B0470E}" type="presParOf" srcId="{63F166DB-33BD-F344-961E-BFBD9257368B}" destId="{1F7FAFD1-9CE2-BB41-A810-DCE249D4DD65}" srcOrd="1" destOrd="0" presId="urn:microsoft.com/office/officeart/2005/8/layout/list1"/>
    <dgm:cxn modelId="{1DF50368-AAE4-CA44-B65E-DCF722382465}" type="presParOf" srcId="{63F166DB-33BD-F344-961E-BFBD9257368B}" destId="{2BD01F77-928C-7443-9A71-7DDEF36F5506}" srcOrd="2" destOrd="0" presId="urn:microsoft.com/office/officeart/2005/8/layout/list1"/>
    <dgm:cxn modelId="{CC1BA7D1-0F97-9F4D-9B06-83CAEABC5B89}" type="presParOf" srcId="{63F166DB-33BD-F344-961E-BFBD9257368B}" destId="{39B24872-8D9D-3144-B324-1C128780025A}" srcOrd="3" destOrd="0" presId="urn:microsoft.com/office/officeart/2005/8/layout/list1"/>
    <dgm:cxn modelId="{A5982AF2-9E42-9345-AF12-3C5424D12CFC}" type="presParOf" srcId="{63F166DB-33BD-F344-961E-BFBD9257368B}" destId="{342C3B50-B8EF-A642-9FFD-81541B99E21B}" srcOrd="4" destOrd="0" presId="urn:microsoft.com/office/officeart/2005/8/layout/list1"/>
    <dgm:cxn modelId="{D28EBB92-49D6-EC48-9AEA-D7B98926FD68}" type="presParOf" srcId="{342C3B50-B8EF-A642-9FFD-81541B99E21B}" destId="{31763AE4-79A7-F84F-9B8D-255EFD0DBFA6}" srcOrd="0" destOrd="0" presId="urn:microsoft.com/office/officeart/2005/8/layout/list1"/>
    <dgm:cxn modelId="{54888DC5-5F8D-8A43-8739-40D78483D12B}" type="presParOf" srcId="{342C3B50-B8EF-A642-9FFD-81541B99E21B}" destId="{B226E5F8-49EE-594C-86F5-773E7989D933}" srcOrd="1" destOrd="0" presId="urn:microsoft.com/office/officeart/2005/8/layout/list1"/>
    <dgm:cxn modelId="{4C894CBB-F20E-5944-93E0-CC02B07162D7}" type="presParOf" srcId="{63F166DB-33BD-F344-961E-BFBD9257368B}" destId="{D34A9129-A3E3-EE44-8C06-57BD6F6978CC}" srcOrd="5" destOrd="0" presId="urn:microsoft.com/office/officeart/2005/8/layout/list1"/>
    <dgm:cxn modelId="{D986C414-5021-1B48-8DC9-A1D412026D61}" type="presParOf" srcId="{63F166DB-33BD-F344-961E-BFBD9257368B}" destId="{144B86BC-63A5-9B44-AAAE-2AE8F84D5F00}" srcOrd="6" destOrd="0" presId="urn:microsoft.com/office/officeart/2005/8/layout/list1"/>
    <dgm:cxn modelId="{6C18C295-B425-F049-8FE2-6E74AE18E538}" type="presParOf" srcId="{63F166DB-33BD-F344-961E-BFBD9257368B}" destId="{5B1264F5-2641-AC4A-96BB-469E793363CF}" srcOrd="7" destOrd="0" presId="urn:microsoft.com/office/officeart/2005/8/layout/list1"/>
    <dgm:cxn modelId="{E85C39A6-192E-1F4A-A3DF-8417CA091062}" type="presParOf" srcId="{63F166DB-33BD-F344-961E-BFBD9257368B}" destId="{C72D783F-9D3E-BB4D-BEEF-F44200B4024C}" srcOrd="8" destOrd="0" presId="urn:microsoft.com/office/officeart/2005/8/layout/list1"/>
    <dgm:cxn modelId="{224A1BFD-D6C0-604E-A19B-610AC7DA5542}" type="presParOf" srcId="{C72D783F-9D3E-BB4D-BEEF-F44200B4024C}" destId="{9B643AB6-13E6-2642-9973-3B4EC3224922}" srcOrd="0" destOrd="0" presId="urn:microsoft.com/office/officeart/2005/8/layout/list1"/>
    <dgm:cxn modelId="{9C46C806-A5EB-E847-A21D-273AA2753D1A}" type="presParOf" srcId="{C72D783F-9D3E-BB4D-BEEF-F44200B4024C}" destId="{5EE4E6C8-5ACE-A046-8350-726AE26FDC7E}" srcOrd="1" destOrd="0" presId="urn:microsoft.com/office/officeart/2005/8/layout/list1"/>
    <dgm:cxn modelId="{FB9760BC-5939-6145-8AAB-012F47AAC36A}" type="presParOf" srcId="{63F166DB-33BD-F344-961E-BFBD9257368B}" destId="{70A194BB-B73B-EA49-827D-DC9703215FAE}" srcOrd="9" destOrd="0" presId="urn:microsoft.com/office/officeart/2005/8/layout/list1"/>
    <dgm:cxn modelId="{A7FB85BA-7AF3-8148-AF5B-0E35A632696D}" type="presParOf" srcId="{63F166DB-33BD-F344-961E-BFBD9257368B}" destId="{9CB30F58-4998-D141-AD86-9381F603859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F5A123-C12C-4C45-8F0A-25D155461BE7}" type="doc">
      <dgm:prSet loTypeId="urn:microsoft.com/office/officeart/2005/8/layout/list1" loCatId="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A9399E8-8DF3-BA47-B89A-E4F956AA24BC}">
      <dgm:prSet phldrT="[Text]"/>
      <dgm:spPr/>
      <dgm:t>
        <a:bodyPr/>
        <a:lstStyle/>
        <a:p>
          <a:r>
            <a:rPr lang="en-IN" dirty="0">
              <a:effectLst/>
              <a:latin typeface="Monaco" pitchFamily="2" charset="77"/>
            </a:rPr>
            <a:t>Enabled agent-based orchestration across multiple tools</a:t>
          </a:r>
          <a:endParaRPr lang="en-GB" dirty="0"/>
        </a:p>
      </dgm:t>
    </dgm:pt>
    <dgm:pt modelId="{B17E439E-F14F-0440-92AA-CAAC413271EB}" type="parTrans" cxnId="{9842E8B6-4249-6A4A-87C2-E65D72FB1D89}">
      <dgm:prSet/>
      <dgm:spPr/>
      <dgm:t>
        <a:bodyPr/>
        <a:lstStyle/>
        <a:p>
          <a:endParaRPr lang="en-GB"/>
        </a:p>
      </dgm:t>
    </dgm:pt>
    <dgm:pt modelId="{BBA7135A-AACB-D84A-99EA-8329F07A6BD7}" type="sibTrans" cxnId="{9842E8B6-4249-6A4A-87C2-E65D72FB1D89}">
      <dgm:prSet/>
      <dgm:spPr/>
      <dgm:t>
        <a:bodyPr/>
        <a:lstStyle/>
        <a:p>
          <a:endParaRPr lang="en-GB"/>
        </a:p>
      </dgm:t>
    </dgm:pt>
    <dgm:pt modelId="{27F58454-283F-3442-B39F-06D47EE9D6D8}">
      <dgm:prSet phldrT="[Text]"/>
      <dgm:spPr/>
      <dgm:t>
        <a:bodyPr/>
        <a:lstStyle/>
        <a:p>
          <a:pPr>
            <a:buNone/>
          </a:pPr>
          <a:r>
            <a:rPr lang="en-IN" dirty="0">
              <a:effectLst/>
              <a:latin typeface="Monaco" pitchFamily="2" charset="77"/>
            </a:rPr>
            <a:t>Simplified integration of heterogeneous data sources</a:t>
          </a:r>
          <a:endParaRPr lang="en-GB" dirty="0"/>
        </a:p>
      </dgm:t>
    </dgm:pt>
    <dgm:pt modelId="{6FE84377-E2E8-7444-A1A3-BA46E9FE6CEA}" type="parTrans" cxnId="{5A449ECE-2AA8-2140-B40C-F847C4EF2663}">
      <dgm:prSet/>
      <dgm:spPr/>
      <dgm:t>
        <a:bodyPr/>
        <a:lstStyle/>
        <a:p>
          <a:endParaRPr lang="en-GB"/>
        </a:p>
      </dgm:t>
    </dgm:pt>
    <dgm:pt modelId="{094D26E6-6AB0-6F4B-8CB3-E30F65ED349F}" type="sibTrans" cxnId="{5A449ECE-2AA8-2140-B40C-F847C4EF2663}">
      <dgm:prSet/>
      <dgm:spPr/>
      <dgm:t>
        <a:bodyPr/>
        <a:lstStyle/>
        <a:p>
          <a:endParaRPr lang="en-GB"/>
        </a:p>
      </dgm:t>
    </dgm:pt>
    <dgm:pt modelId="{599C9507-9E53-0E4E-A59E-72844DC97BD6}">
      <dgm:prSet phldrT="[Text]"/>
      <dgm:spPr/>
      <dgm:t>
        <a:bodyPr/>
        <a:lstStyle/>
        <a:p>
          <a:pPr algn="ctr">
            <a:buNone/>
          </a:pPr>
          <a:r>
            <a:rPr lang="en-IN" dirty="0">
              <a:effectLst/>
              <a:latin typeface="Monaco" pitchFamily="2" charset="77"/>
            </a:rPr>
            <a:t>Eliminated need for complex custom orchestration</a:t>
          </a:r>
          <a:endParaRPr lang="en-GB" dirty="0"/>
        </a:p>
      </dgm:t>
    </dgm:pt>
    <dgm:pt modelId="{16F11BEE-F445-2A4D-96EC-999B9D5AE46F}" type="parTrans" cxnId="{0448B719-4F0C-7049-9BF9-D3B3E40C9B56}">
      <dgm:prSet/>
      <dgm:spPr/>
      <dgm:t>
        <a:bodyPr/>
        <a:lstStyle/>
        <a:p>
          <a:endParaRPr lang="en-GB"/>
        </a:p>
      </dgm:t>
    </dgm:pt>
    <dgm:pt modelId="{CB62189D-9749-444B-BC51-B0CB029145FA}" type="sibTrans" cxnId="{0448B719-4F0C-7049-9BF9-D3B3E40C9B56}">
      <dgm:prSet/>
      <dgm:spPr/>
      <dgm:t>
        <a:bodyPr/>
        <a:lstStyle/>
        <a:p>
          <a:endParaRPr lang="en-GB"/>
        </a:p>
      </dgm:t>
    </dgm:pt>
    <dgm:pt modelId="{A62A3D88-3061-574C-94FF-6A44A69F23C3}">
      <dgm:prSet/>
      <dgm:spPr/>
      <dgm:t>
        <a:bodyPr/>
        <a:lstStyle/>
        <a:p>
          <a:pPr>
            <a:buNone/>
          </a:pPr>
          <a:r>
            <a:rPr lang="en-IN">
              <a:effectLst/>
              <a:latin typeface="Monaco" pitchFamily="2" charset="77"/>
            </a:rPr>
            <a:t>Delivered contextual answers instead of keyword-based search</a:t>
          </a:r>
          <a:endParaRPr lang="en-GB" dirty="0"/>
        </a:p>
      </dgm:t>
    </dgm:pt>
    <dgm:pt modelId="{41531453-8D33-D349-B469-C222DF85575C}" type="parTrans" cxnId="{9F11A77B-16FF-3146-BF01-4EE4BA4CC4FC}">
      <dgm:prSet/>
      <dgm:spPr/>
      <dgm:t>
        <a:bodyPr/>
        <a:lstStyle/>
        <a:p>
          <a:endParaRPr lang="en-GB"/>
        </a:p>
      </dgm:t>
    </dgm:pt>
    <dgm:pt modelId="{A35EB08E-D1B2-5948-B1D3-3F96272C6669}" type="sibTrans" cxnId="{9F11A77B-16FF-3146-BF01-4EE4BA4CC4FC}">
      <dgm:prSet/>
      <dgm:spPr/>
      <dgm:t>
        <a:bodyPr/>
        <a:lstStyle/>
        <a:p>
          <a:endParaRPr lang="en-GB"/>
        </a:p>
      </dgm:t>
    </dgm:pt>
    <dgm:pt modelId="{63F166DB-33BD-F344-961E-BFBD9257368B}" type="pres">
      <dgm:prSet presAssocID="{6FF5A123-C12C-4C45-8F0A-25D155461BE7}" presName="linear" presStyleCnt="0">
        <dgm:presLayoutVars>
          <dgm:dir/>
          <dgm:animLvl val="lvl"/>
          <dgm:resizeHandles val="exact"/>
        </dgm:presLayoutVars>
      </dgm:prSet>
      <dgm:spPr/>
    </dgm:pt>
    <dgm:pt modelId="{E3D3EB7E-936D-DB41-8606-233696F81B1C}" type="pres">
      <dgm:prSet presAssocID="{2A9399E8-8DF3-BA47-B89A-E4F956AA24BC}" presName="parentLin" presStyleCnt="0"/>
      <dgm:spPr/>
    </dgm:pt>
    <dgm:pt modelId="{E76325C6-46A5-104D-B1B2-E9D12D799541}" type="pres">
      <dgm:prSet presAssocID="{2A9399E8-8DF3-BA47-B89A-E4F956AA24BC}" presName="parentLeftMargin" presStyleLbl="node1" presStyleIdx="0" presStyleCnt="4"/>
      <dgm:spPr/>
    </dgm:pt>
    <dgm:pt modelId="{BA4A5D0A-C24E-7042-8EE3-016706B39AE2}" type="pres">
      <dgm:prSet presAssocID="{2A9399E8-8DF3-BA47-B89A-E4F956AA24B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F7FAFD1-9CE2-BB41-A810-DCE249D4DD65}" type="pres">
      <dgm:prSet presAssocID="{2A9399E8-8DF3-BA47-B89A-E4F956AA24BC}" presName="negativeSpace" presStyleCnt="0"/>
      <dgm:spPr/>
    </dgm:pt>
    <dgm:pt modelId="{2BD01F77-928C-7443-9A71-7DDEF36F5506}" type="pres">
      <dgm:prSet presAssocID="{2A9399E8-8DF3-BA47-B89A-E4F956AA24BC}" presName="childText" presStyleLbl="conFgAcc1" presStyleIdx="0" presStyleCnt="4">
        <dgm:presLayoutVars>
          <dgm:bulletEnabled val="1"/>
        </dgm:presLayoutVars>
      </dgm:prSet>
      <dgm:spPr/>
    </dgm:pt>
    <dgm:pt modelId="{39B24872-8D9D-3144-B324-1C128780025A}" type="pres">
      <dgm:prSet presAssocID="{BBA7135A-AACB-D84A-99EA-8329F07A6BD7}" presName="spaceBetweenRectangles" presStyleCnt="0"/>
      <dgm:spPr/>
    </dgm:pt>
    <dgm:pt modelId="{342C3B50-B8EF-A642-9FFD-81541B99E21B}" type="pres">
      <dgm:prSet presAssocID="{27F58454-283F-3442-B39F-06D47EE9D6D8}" presName="parentLin" presStyleCnt="0"/>
      <dgm:spPr/>
    </dgm:pt>
    <dgm:pt modelId="{31763AE4-79A7-F84F-9B8D-255EFD0DBFA6}" type="pres">
      <dgm:prSet presAssocID="{27F58454-283F-3442-B39F-06D47EE9D6D8}" presName="parentLeftMargin" presStyleLbl="node1" presStyleIdx="0" presStyleCnt="4"/>
      <dgm:spPr/>
    </dgm:pt>
    <dgm:pt modelId="{B226E5F8-49EE-594C-86F5-773E7989D933}" type="pres">
      <dgm:prSet presAssocID="{27F58454-283F-3442-B39F-06D47EE9D6D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34A9129-A3E3-EE44-8C06-57BD6F6978CC}" type="pres">
      <dgm:prSet presAssocID="{27F58454-283F-3442-B39F-06D47EE9D6D8}" presName="negativeSpace" presStyleCnt="0"/>
      <dgm:spPr/>
    </dgm:pt>
    <dgm:pt modelId="{144B86BC-63A5-9B44-AAAE-2AE8F84D5F00}" type="pres">
      <dgm:prSet presAssocID="{27F58454-283F-3442-B39F-06D47EE9D6D8}" presName="childText" presStyleLbl="conFgAcc1" presStyleIdx="1" presStyleCnt="4">
        <dgm:presLayoutVars>
          <dgm:bulletEnabled val="1"/>
        </dgm:presLayoutVars>
      </dgm:prSet>
      <dgm:spPr/>
    </dgm:pt>
    <dgm:pt modelId="{5B1264F5-2641-AC4A-96BB-469E793363CF}" type="pres">
      <dgm:prSet presAssocID="{094D26E6-6AB0-6F4B-8CB3-E30F65ED349F}" presName="spaceBetweenRectangles" presStyleCnt="0"/>
      <dgm:spPr/>
    </dgm:pt>
    <dgm:pt modelId="{C72D783F-9D3E-BB4D-BEEF-F44200B4024C}" type="pres">
      <dgm:prSet presAssocID="{599C9507-9E53-0E4E-A59E-72844DC97BD6}" presName="parentLin" presStyleCnt="0"/>
      <dgm:spPr/>
    </dgm:pt>
    <dgm:pt modelId="{9B643AB6-13E6-2642-9973-3B4EC3224922}" type="pres">
      <dgm:prSet presAssocID="{599C9507-9E53-0E4E-A59E-72844DC97BD6}" presName="parentLeftMargin" presStyleLbl="node1" presStyleIdx="1" presStyleCnt="4"/>
      <dgm:spPr/>
    </dgm:pt>
    <dgm:pt modelId="{5EE4E6C8-5ACE-A046-8350-726AE26FDC7E}" type="pres">
      <dgm:prSet presAssocID="{599C9507-9E53-0E4E-A59E-72844DC97BD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0A194BB-B73B-EA49-827D-DC9703215FAE}" type="pres">
      <dgm:prSet presAssocID="{599C9507-9E53-0E4E-A59E-72844DC97BD6}" presName="negativeSpace" presStyleCnt="0"/>
      <dgm:spPr/>
    </dgm:pt>
    <dgm:pt modelId="{9CB30F58-4998-D141-AD86-9381F603859C}" type="pres">
      <dgm:prSet presAssocID="{599C9507-9E53-0E4E-A59E-72844DC97BD6}" presName="childText" presStyleLbl="conFgAcc1" presStyleIdx="2" presStyleCnt="4">
        <dgm:presLayoutVars>
          <dgm:bulletEnabled val="1"/>
        </dgm:presLayoutVars>
      </dgm:prSet>
      <dgm:spPr/>
    </dgm:pt>
    <dgm:pt modelId="{D9EEC034-0D29-D046-9DFD-0CCDED50023F}" type="pres">
      <dgm:prSet presAssocID="{CB62189D-9749-444B-BC51-B0CB029145FA}" presName="spaceBetweenRectangles" presStyleCnt="0"/>
      <dgm:spPr/>
    </dgm:pt>
    <dgm:pt modelId="{2F960E82-7407-0D43-AAC0-5EB0F297A519}" type="pres">
      <dgm:prSet presAssocID="{A62A3D88-3061-574C-94FF-6A44A69F23C3}" presName="parentLin" presStyleCnt="0"/>
      <dgm:spPr/>
    </dgm:pt>
    <dgm:pt modelId="{D3A4172C-CFB8-484B-915D-AFC10899D1A0}" type="pres">
      <dgm:prSet presAssocID="{A62A3D88-3061-574C-94FF-6A44A69F23C3}" presName="parentLeftMargin" presStyleLbl="node1" presStyleIdx="2" presStyleCnt="4"/>
      <dgm:spPr/>
    </dgm:pt>
    <dgm:pt modelId="{109670F7-94AF-4443-99F9-3C56DDD088C6}" type="pres">
      <dgm:prSet presAssocID="{A62A3D88-3061-574C-94FF-6A44A69F23C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936D1C8-7484-4E48-B928-67894498161E}" type="pres">
      <dgm:prSet presAssocID="{A62A3D88-3061-574C-94FF-6A44A69F23C3}" presName="negativeSpace" presStyleCnt="0"/>
      <dgm:spPr/>
    </dgm:pt>
    <dgm:pt modelId="{60766525-281A-3549-ADEF-E9A4F683EC7D}" type="pres">
      <dgm:prSet presAssocID="{A62A3D88-3061-574C-94FF-6A44A69F23C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86CCB09-1297-2B45-B04C-4F041E42835D}" type="presOf" srcId="{27F58454-283F-3442-B39F-06D47EE9D6D8}" destId="{31763AE4-79A7-F84F-9B8D-255EFD0DBFA6}" srcOrd="0" destOrd="0" presId="urn:microsoft.com/office/officeart/2005/8/layout/list1"/>
    <dgm:cxn modelId="{0448B719-4F0C-7049-9BF9-D3B3E40C9B56}" srcId="{6FF5A123-C12C-4C45-8F0A-25D155461BE7}" destId="{599C9507-9E53-0E4E-A59E-72844DC97BD6}" srcOrd="2" destOrd="0" parTransId="{16F11BEE-F445-2A4D-96EC-999B9D5AE46F}" sibTransId="{CB62189D-9749-444B-BC51-B0CB029145FA}"/>
    <dgm:cxn modelId="{07F23334-BD63-F249-A2D4-826B0554D223}" type="presOf" srcId="{599C9507-9E53-0E4E-A59E-72844DC97BD6}" destId="{5EE4E6C8-5ACE-A046-8350-726AE26FDC7E}" srcOrd="1" destOrd="0" presId="urn:microsoft.com/office/officeart/2005/8/layout/list1"/>
    <dgm:cxn modelId="{6A7C1B3A-7F41-F044-AB2F-BA02B327DF06}" type="presOf" srcId="{A62A3D88-3061-574C-94FF-6A44A69F23C3}" destId="{109670F7-94AF-4443-99F9-3C56DDD088C6}" srcOrd="1" destOrd="0" presId="urn:microsoft.com/office/officeart/2005/8/layout/list1"/>
    <dgm:cxn modelId="{7D5D5D54-11AE-104F-A8B5-0BDE07D54283}" type="presOf" srcId="{27F58454-283F-3442-B39F-06D47EE9D6D8}" destId="{B226E5F8-49EE-594C-86F5-773E7989D933}" srcOrd="1" destOrd="0" presId="urn:microsoft.com/office/officeart/2005/8/layout/list1"/>
    <dgm:cxn modelId="{4877766F-B0B8-1849-9E9D-23BDA7889862}" type="presOf" srcId="{6FF5A123-C12C-4C45-8F0A-25D155461BE7}" destId="{63F166DB-33BD-F344-961E-BFBD9257368B}" srcOrd="0" destOrd="0" presId="urn:microsoft.com/office/officeart/2005/8/layout/list1"/>
    <dgm:cxn modelId="{419B767A-B4F5-D940-B71D-E61FD3AC104B}" type="presOf" srcId="{A62A3D88-3061-574C-94FF-6A44A69F23C3}" destId="{D3A4172C-CFB8-484B-915D-AFC10899D1A0}" srcOrd="0" destOrd="0" presId="urn:microsoft.com/office/officeart/2005/8/layout/list1"/>
    <dgm:cxn modelId="{9F11A77B-16FF-3146-BF01-4EE4BA4CC4FC}" srcId="{6FF5A123-C12C-4C45-8F0A-25D155461BE7}" destId="{A62A3D88-3061-574C-94FF-6A44A69F23C3}" srcOrd="3" destOrd="0" parTransId="{41531453-8D33-D349-B469-C222DF85575C}" sibTransId="{A35EB08E-D1B2-5948-B1D3-3F96272C6669}"/>
    <dgm:cxn modelId="{0ABDA0A1-351E-ED4F-84AB-663C51F4CCF4}" type="presOf" srcId="{2A9399E8-8DF3-BA47-B89A-E4F956AA24BC}" destId="{BA4A5D0A-C24E-7042-8EE3-016706B39AE2}" srcOrd="1" destOrd="0" presId="urn:microsoft.com/office/officeart/2005/8/layout/list1"/>
    <dgm:cxn modelId="{9842E8B6-4249-6A4A-87C2-E65D72FB1D89}" srcId="{6FF5A123-C12C-4C45-8F0A-25D155461BE7}" destId="{2A9399E8-8DF3-BA47-B89A-E4F956AA24BC}" srcOrd="0" destOrd="0" parTransId="{B17E439E-F14F-0440-92AA-CAAC413271EB}" sibTransId="{BBA7135A-AACB-D84A-99EA-8329F07A6BD7}"/>
    <dgm:cxn modelId="{85AAC7C5-14B7-E443-9AB0-D44525F95855}" type="presOf" srcId="{599C9507-9E53-0E4E-A59E-72844DC97BD6}" destId="{9B643AB6-13E6-2642-9973-3B4EC3224922}" srcOrd="0" destOrd="0" presId="urn:microsoft.com/office/officeart/2005/8/layout/list1"/>
    <dgm:cxn modelId="{5A449ECE-2AA8-2140-B40C-F847C4EF2663}" srcId="{6FF5A123-C12C-4C45-8F0A-25D155461BE7}" destId="{27F58454-283F-3442-B39F-06D47EE9D6D8}" srcOrd="1" destOrd="0" parTransId="{6FE84377-E2E8-7444-A1A3-BA46E9FE6CEA}" sibTransId="{094D26E6-6AB0-6F4B-8CB3-E30F65ED349F}"/>
    <dgm:cxn modelId="{A9AE4BE6-4EC3-C348-8104-E2D3F3364838}" type="presOf" srcId="{2A9399E8-8DF3-BA47-B89A-E4F956AA24BC}" destId="{E76325C6-46A5-104D-B1B2-E9D12D799541}" srcOrd="0" destOrd="0" presId="urn:microsoft.com/office/officeart/2005/8/layout/list1"/>
    <dgm:cxn modelId="{440AC78C-E2CF-8C43-B108-DC60A7E5FF2D}" type="presParOf" srcId="{63F166DB-33BD-F344-961E-BFBD9257368B}" destId="{E3D3EB7E-936D-DB41-8606-233696F81B1C}" srcOrd="0" destOrd="0" presId="urn:microsoft.com/office/officeart/2005/8/layout/list1"/>
    <dgm:cxn modelId="{78C4DE05-D46A-4E4F-B00E-5D14E34A57D1}" type="presParOf" srcId="{E3D3EB7E-936D-DB41-8606-233696F81B1C}" destId="{E76325C6-46A5-104D-B1B2-E9D12D799541}" srcOrd="0" destOrd="0" presId="urn:microsoft.com/office/officeart/2005/8/layout/list1"/>
    <dgm:cxn modelId="{2921F4DF-77AA-9D44-9B64-ECE17A0BA063}" type="presParOf" srcId="{E3D3EB7E-936D-DB41-8606-233696F81B1C}" destId="{BA4A5D0A-C24E-7042-8EE3-016706B39AE2}" srcOrd="1" destOrd="0" presId="urn:microsoft.com/office/officeart/2005/8/layout/list1"/>
    <dgm:cxn modelId="{FCCDEC4F-3845-8C4F-97AB-19C7E2B0470E}" type="presParOf" srcId="{63F166DB-33BD-F344-961E-BFBD9257368B}" destId="{1F7FAFD1-9CE2-BB41-A810-DCE249D4DD65}" srcOrd="1" destOrd="0" presId="urn:microsoft.com/office/officeart/2005/8/layout/list1"/>
    <dgm:cxn modelId="{1DF50368-AAE4-CA44-B65E-DCF722382465}" type="presParOf" srcId="{63F166DB-33BD-F344-961E-BFBD9257368B}" destId="{2BD01F77-928C-7443-9A71-7DDEF36F5506}" srcOrd="2" destOrd="0" presId="urn:microsoft.com/office/officeart/2005/8/layout/list1"/>
    <dgm:cxn modelId="{CC1BA7D1-0F97-9F4D-9B06-83CAEABC5B89}" type="presParOf" srcId="{63F166DB-33BD-F344-961E-BFBD9257368B}" destId="{39B24872-8D9D-3144-B324-1C128780025A}" srcOrd="3" destOrd="0" presId="urn:microsoft.com/office/officeart/2005/8/layout/list1"/>
    <dgm:cxn modelId="{A5982AF2-9E42-9345-AF12-3C5424D12CFC}" type="presParOf" srcId="{63F166DB-33BD-F344-961E-BFBD9257368B}" destId="{342C3B50-B8EF-A642-9FFD-81541B99E21B}" srcOrd="4" destOrd="0" presId="urn:microsoft.com/office/officeart/2005/8/layout/list1"/>
    <dgm:cxn modelId="{D28EBB92-49D6-EC48-9AEA-D7B98926FD68}" type="presParOf" srcId="{342C3B50-B8EF-A642-9FFD-81541B99E21B}" destId="{31763AE4-79A7-F84F-9B8D-255EFD0DBFA6}" srcOrd="0" destOrd="0" presId="urn:microsoft.com/office/officeart/2005/8/layout/list1"/>
    <dgm:cxn modelId="{54888DC5-5F8D-8A43-8739-40D78483D12B}" type="presParOf" srcId="{342C3B50-B8EF-A642-9FFD-81541B99E21B}" destId="{B226E5F8-49EE-594C-86F5-773E7989D933}" srcOrd="1" destOrd="0" presId="urn:microsoft.com/office/officeart/2005/8/layout/list1"/>
    <dgm:cxn modelId="{4C894CBB-F20E-5944-93E0-CC02B07162D7}" type="presParOf" srcId="{63F166DB-33BD-F344-961E-BFBD9257368B}" destId="{D34A9129-A3E3-EE44-8C06-57BD6F6978CC}" srcOrd="5" destOrd="0" presId="urn:microsoft.com/office/officeart/2005/8/layout/list1"/>
    <dgm:cxn modelId="{D986C414-5021-1B48-8DC9-A1D412026D61}" type="presParOf" srcId="{63F166DB-33BD-F344-961E-BFBD9257368B}" destId="{144B86BC-63A5-9B44-AAAE-2AE8F84D5F00}" srcOrd="6" destOrd="0" presId="urn:microsoft.com/office/officeart/2005/8/layout/list1"/>
    <dgm:cxn modelId="{6C18C295-B425-F049-8FE2-6E74AE18E538}" type="presParOf" srcId="{63F166DB-33BD-F344-961E-BFBD9257368B}" destId="{5B1264F5-2641-AC4A-96BB-469E793363CF}" srcOrd="7" destOrd="0" presId="urn:microsoft.com/office/officeart/2005/8/layout/list1"/>
    <dgm:cxn modelId="{E85C39A6-192E-1F4A-A3DF-8417CA091062}" type="presParOf" srcId="{63F166DB-33BD-F344-961E-BFBD9257368B}" destId="{C72D783F-9D3E-BB4D-BEEF-F44200B4024C}" srcOrd="8" destOrd="0" presId="urn:microsoft.com/office/officeart/2005/8/layout/list1"/>
    <dgm:cxn modelId="{224A1BFD-D6C0-604E-A19B-610AC7DA5542}" type="presParOf" srcId="{C72D783F-9D3E-BB4D-BEEF-F44200B4024C}" destId="{9B643AB6-13E6-2642-9973-3B4EC3224922}" srcOrd="0" destOrd="0" presId="urn:microsoft.com/office/officeart/2005/8/layout/list1"/>
    <dgm:cxn modelId="{9C46C806-A5EB-E847-A21D-273AA2753D1A}" type="presParOf" srcId="{C72D783F-9D3E-BB4D-BEEF-F44200B4024C}" destId="{5EE4E6C8-5ACE-A046-8350-726AE26FDC7E}" srcOrd="1" destOrd="0" presId="urn:microsoft.com/office/officeart/2005/8/layout/list1"/>
    <dgm:cxn modelId="{FB9760BC-5939-6145-8AAB-012F47AAC36A}" type="presParOf" srcId="{63F166DB-33BD-F344-961E-BFBD9257368B}" destId="{70A194BB-B73B-EA49-827D-DC9703215FAE}" srcOrd="9" destOrd="0" presId="urn:microsoft.com/office/officeart/2005/8/layout/list1"/>
    <dgm:cxn modelId="{A7FB85BA-7AF3-8148-AF5B-0E35A632696D}" type="presParOf" srcId="{63F166DB-33BD-F344-961E-BFBD9257368B}" destId="{9CB30F58-4998-D141-AD86-9381F603859C}" srcOrd="10" destOrd="0" presId="urn:microsoft.com/office/officeart/2005/8/layout/list1"/>
    <dgm:cxn modelId="{DF2B5E10-F9EF-7D41-8AC5-2A8EB5FDEA30}" type="presParOf" srcId="{63F166DB-33BD-F344-961E-BFBD9257368B}" destId="{D9EEC034-0D29-D046-9DFD-0CCDED50023F}" srcOrd="11" destOrd="0" presId="urn:microsoft.com/office/officeart/2005/8/layout/list1"/>
    <dgm:cxn modelId="{68FF8523-484A-E04A-8692-BDE0605DFFDF}" type="presParOf" srcId="{63F166DB-33BD-F344-961E-BFBD9257368B}" destId="{2F960E82-7407-0D43-AAC0-5EB0F297A519}" srcOrd="12" destOrd="0" presId="urn:microsoft.com/office/officeart/2005/8/layout/list1"/>
    <dgm:cxn modelId="{7F17A1C6-B903-2345-A652-09BFEB4B21B8}" type="presParOf" srcId="{2F960E82-7407-0D43-AAC0-5EB0F297A519}" destId="{D3A4172C-CFB8-484B-915D-AFC10899D1A0}" srcOrd="0" destOrd="0" presId="urn:microsoft.com/office/officeart/2005/8/layout/list1"/>
    <dgm:cxn modelId="{E91EF6A6-6866-3F40-B3A3-EC7EDE39E566}" type="presParOf" srcId="{2F960E82-7407-0D43-AAC0-5EB0F297A519}" destId="{109670F7-94AF-4443-99F9-3C56DDD088C6}" srcOrd="1" destOrd="0" presId="urn:microsoft.com/office/officeart/2005/8/layout/list1"/>
    <dgm:cxn modelId="{137A86E9-8909-FA4C-9252-75D57F2D72DC}" type="presParOf" srcId="{63F166DB-33BD-F344-961E-BFBD9257368B}" destId="{9936D1C8-7484-4E48-B928-67894498161E}" srcOrd="13" destOrd="0" presId="urn:microsoft.com/office/officeart/2005/8/layout/list1"/>
    <dgm:cxn modelId="{DD1C3BAF-40B8-A24F-A227-1B751EA354D6}" type="presParOf" srcId="{63F166DB-33BD-F344-961E-BFBD9257368B}" destId="{60766525-281A-3549-ADEF-E9A4F683EC7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2734BB-52C5-4326-84A9-99E566E24CB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920929-55C1-485A-83E2-8CF461C5B591}">
      <dgm:prSet/>
      <dgm:spPr/>
      <dgm:t>
        <a:bodyPr/>
        <a:lstStyle/>
        <a:p>
          <a:r>
            <a:rPr lang="en-IN" dirty="0"/>
            <a:t>Multi-Source Intelligence - Integrations</a:t>
          </a:r>
          <a:endParaRPr lang="en-US" dirty="0"/>
        </a:p>
      </dgm:t>
    </dgm:pt>
    <dgm:pt modelId="{7C1903F6-1138-4FA7-9DFE-6E0F09FF59F4}" type="parTrans" cxnId="{DA25F9D4-7400-46BD-9747-38389B73791A}">
      <dgm:prSet/>
      <dgm:spPr/>
      <dgm:t>
        <a:bodyPr/>
        <a:lstStyle/>
        <a:p>
          <a:endParaRPr lang="en-US"/>
        </a:p>
      </dgm:t>
    </dgm:pt>
    <dgm:pt modelId="{CA98DF23-7210-4011-BD7A-2F7B24E2352A}" type="sibTrans" cxnId="{DA25F9D4-7400-46BD-9747-38389B73791A}">
      <dgm:prSet/>
      <dgm:spPr/>
      <dgm:t>
        <a:bodyPr/>
        <a:lstStyle/>
        <a:p>
          <a:endParaRPr lang="en-US"/>
        </a:p>
      </dgm:t>
    </dgm:pt>
    <dgm:pt modelId="{C69E57C3-890A-48E6-9774-42CDB88311BC}">
      <dgm:prSet/>
      <dgm:spPr/>
      <dgm:t>
        <a:bodyPr/>
        <a:lstStyle/>
        <a:p>
          <a:r>
            <a:rPr lang="en-IN" dirty="0"/>
            <a:t>• </a:t>
          </a:r>
          <a:r>
            <a:rPr lang="en-IN" b="1" i="1" dirty="0"/>
            <a:t>Git MCP Server: </a:t>
          </a:r>
          <a:r>
            <a:rPr lang="en-IN" dirty="0"/>
            <a:t>Extracts code and repository-level insights</a:t>
          </a:r>
          <a:endParaRPr lang="en-US" dirty="0"/>
        </a:p>
      </dgm:t>
    </dgm:pt>
    <dgm:pt modelId="{A328F040-A24D-42DE-844B-61090B5B50FD}" type="parTrans" cxnId="{C3E213CA-6586-47A5-A60F-20416BF12438}">
      <dgm:prSet/>
      <dgm:spPr/>
      <dgm:t>
        <a:bodyPr/>
        <a:lstStyle/>
        <a:p>
          <a:endParaRPr lang="en-US"/>
        </a:p>
      </dgm:t>
    </dgm:pt>
    <dgm:pt modelId="{CB3E783C-444F-4E71-ACB7-ED7A8000C45E}" type="sibTrans" cxnId="{C3E213CA-6586-47A5-A60F-20416BF12438}">
      <dgm:prSet/>
      <dgm:spPr/>
      <dgm:t>
        <a:bodyPr/>
        <a:lstStyle/>
        <a:p>
          <a:endParaRPr lang="en-US"/>
        </a:p>
      </dgm:t>
    </dgm:pt>
    <dgm:pt modelId="{589735C6-80A7-42EA-BD3B-95BEBA686337}">
      <dgm:prSet/>
      <dgm:spPr/>
      <dgm:t>
        <a:bodyPr/>
        <a:lstStyle/>
        <a:p>
          <a:r>
            <a:rPr lang="en-IN" dirty="0"/>
            <a:t>• </a:t>
          </a:r>
          <a:r>
            <a:rPr lang="en-IN" b="1" i="1" dirty="0"/>
            <a:t>Terraform IBM Modules MCP Server</a:t>
          </a:r>
          <a:r>
            <a:rPr lang="en-IN" dirty="0"/>
            <a:t>: Provides infrastructure and configuration context</a:t>
          </a:r>
          <a:endParaRPr lang="en-US" dirty="0"/>
        </a:p>
      </dgm:t>
    </dgm:pt>
    <dgm:pt modelId="{9708645C-F682-4D4A-A14F-FE54E053E60A}" type="parTrans" cxnId="{2E5D9B06-9F95-4620-B06B-A927A3318719}">
      <dgm:prSet/>
      <dgm:spPr/>
      <dgm:t>
        <a:bodyPr/>
        <a:lstStyle/>
        <a:p>
          <a:endParaRPr lang="en-US"/>
        </a:p>
      </dgm:t>
    </dgm:pt>
    <dgm:pt modelId="{AA0EBD86-D6F2-43E6-B46F-0B22ADE58F8E}" type="sibTrans" cxnId="{2E5D9B06-9F95-4620-B06B-A927A3318719}">
      <dgm:prSet/>
      <dgm:spPr/>
      <dgm:t>
        <a:bodyPr/>
        <a:lstStyle/>
        <a:p>
          <a:endParaRPr lang="en-US"/>
        </a:p>
      </dgm:t>
    </dgm:pt>
    <dgm:pt modelId="{48194A29-5D82-43C6-BD68-B2C75114D009}">
      <dgm:prSet/>
      <dgm:spPr/>
      <dgm:t>
        <a:bodyPr/>
        <a:lstStyle/>
        <a:p>
          <a:r>
            <a:rPr lang="en-IN" dirty="0"/>
            <a:t>• </a:t>
          </a:r>
          <a:r>
            <a:rPr lang="en-IN" b="1" i="1" dirty="0"/>
            <a:t>Box Notes</a:t>
          </a:r>
          <a:r>
            <a:rPr lang="en-IN" dirty="0"/>
            <a:t>: Ingested into Chroma DB for semantic search</a:t>
          </a:r>
          <a:endParaRPr lang="en-US" dirty="0"/>
        </a:p>
      </dgm:t>
    </dgm:pt>
    <dgm:pt modelId="{FDF0E881-740D-478A-B79E-77190968A89B}" type="parTrans" cxnId="{7742E5C9-09AE-44D1-815B-F11C066AB742}">
      <dgm:prSet/>
      <dgm:spPr/>
      <dgm:t>
        <a:bodyPr/>
        <a:lstStyle/>
        <a:p>
          <a:endParaRPr lang="en-US"/>
        </a:p>
      </dgm:t>
    </dgm:pt>
    <dgm:pt modelId="{99AC0565-A673-4FCF-9B89-E5A66D32A219}" type="sibTrans" cxnId="{7742E5C9-09AE-44D1-815B-F11C066AB742}">
      <dgm:prSet/>
      <dgm:spPr/>
      <dgm:t>
        <a:bodyPr/>
        <a:lstStyle/>
        <a:p>
          <a:endParaRPr lang="en-US"/>
        </a:p>
      </dgm:t>
    </dgm:pt>
    <dgm:pt modelId="{0C186F1F-F5C4-704F-A32A-888A6B0F2991}" type="pres">
      <dgm:prSet presAssocID="{AC2734BB-52C5-4326-84A9-99E566E24CB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AADCA1F-9174-804B-96AB-B804AA71A168}" type="pres">
      <dgm:prSet presAssocID="{1C920929-55C1-485A-83E2-8CF461C5B591}" presName="hierRoot1" presStyleCnt="0"/>
      <dgm:spPr/>
    </dgm:pt>
    <dgm:pt modelId="{89031E5E-493E-354D-92B5-045D082AF932}" type="pres">
      <dgm:prSet presAssocID="{1C920929-55C1-485A-83E2-8CF461C5B591}" presName="composite" presStyleCnt="0"/>
      <dgm:spPr/>
    </dgm:pt>
    <dgm:pt modelId="{024B8D64-96AF-4146-8DED-6A77BE508F54}" type="pres">
      <dgm:prSet presAssocID="{1C920929-55C1-485A-83E2-8CF461C5B591}" presName="background" presStyleLbl="node0" presStyleIdx="0" presStyleCnt="4"/>
      <dgm:spPr/>
    </dgm:pt>
    <dgm:pt modelId="{91C1A7B4-B5C2-FF41-98FE-3C6D53D17BD4}" type="pres">
      <dgm:prSet presAssocID="{1C920929-55C1-485A-83E2-8CF461C5B591}" presName="text" presStyleLbl="fgAcc0" presStyleIdx="0" presStyleCnt="4">
        <dgm:presLayoutVars>
          <dgm:chPref val="3"/>
        </dgm:presLayoutVars>
      </dgm:prSet>
      <dgm:spPr/>
    </dgm:pt>
    <dgm:pt modelId="{3B0C6B87-72C4-2441-B163-FC7AD0A8127C}" type="pres">
      <dgm:prSet presAssocID="{1C920929-55C1-485A-83E2-8CF461C5B591}" presName="hierChild2" presStyleCnt="0"/>
      <dgm:spPr/>
    </dgm:pt>
    <dgm:pt modelId="{E2A98E33-2CD9-F24B-AE09-C01EAC737ADB}" type="pres">
      <dgm:prSet presAssocID="{C69E57C3-890A-48E6-9774-42CDB88311BC}" presName="hierRoot1" presStyleCnt="0"/>
      <dgm:spPr/>
    </dgm:pt>
    <dgm:pt modelId="{134AA5F9-72DA-DF47-BD5D-4301CF2E6880}" type="pres">
      <dgm:prSet presAssocID="{C69E57C3-890A-48E6-9774-42CDB88311BC}" presName="composite" presStyleCnt="0"/>
      <dgm:spPr/>
    </dgm:pt>
    <dgm:pt modelId="{A725B164-6E41-9E4F-9228-C8EE645079AB}" type="pres">
      <dgm:prSet presAssocID="{C69E57C3-890A-48E6-9774-42CDB88311BC}" presName="background" presStyleLbl="node0" presStyleIdx="1" presStyleCnt="4"/>
      <dgm:spPr/>
    </dgm:pt>
    <dgm:pt modelId="{91AEDDA3-38D9-FA42-968A-C916A4882ED0}" type="pres">
      <dgm:prSet presAssocID="{C69E57C3-890A-48E6-9774-42CDB88311BC}" presName="text" presStyleLbl="fgAcc0" presStyleIdx="1" presStyleCnt="4">
        <dgm:presLayoutVars>
          <dgm:chPref val="3"/>
        </dgm:presLayoutVars>
      </dgm:prSet>
      <dgm:spPr/>
    </dgm:pt>
    <dgm:pt modelId="{EAD54AFC-1720-4B47-BE00-399BD87E1CF8}" type="pres">
      <dgm:prSet presAssocID="{C69E57C3-890A-48E6-9774-42CDB88311BC}" presName="hierChild2" presStyleCnt="0"/>
      <dgm:spPr/>
    </dgm:pt>
    <dgm:pt modelId="{71F7BC5B-9A99-154B-A5D3-71DFDCA5ECBE}" type="pres">
      <dgm:prSet presAssocID="{589735C6-80A7-42EA-BD3B-95BEBA686337}" presName="hierRoot1" presStyleCnt="0"/>
      <dgm:spPr/>
    </dgm:pt>
    <dgm:pt modelId="{9321B8AE-D7E3-AC4B-B133-51EF247594E3}" type="pres">
      <dgm:prSet presAssocID="{589735C6-80A7-42EA-BD3B-95BEBA686337}" presName="composite" presStyleCnt="0"/>
      <dgm:spPr/>
    </dgm:pt>
    <dgm:pt modelId="{39F51449-1353-1640-8335-CC1F01A4E825}" type="pres">
      <dgm:prSet presAssocID="{589735C6-80A7-42EA-BD3B-95BEBA686337}" presName="background" presStyleLbl="node0" presStyleIdx="2" presStyleCnt="4"/>
      <dgm:spPr/>
    </dgm:pt>
    <dgm:pt modelId="{1962E1D1-DDEB-B34D-A5B5-B799632D69A8}" type="pres">
      <dgm:prSet presAssocID="{589735C6-80A7-42EA-BD3B-95BEBA686337}" presName="text" presStyleLbl="fgAcc0" presStyleIdx="2" presStyleCnt="4">
        <dgm:presLayoutVars>
          <dgm:chPref val="3"/>
        </dgm:presLayoutVars>
      </dgm:prSet>
      <dgm:spPr/>
    </dgm:pt>
    <dgm:pt modelId="{4A52AB36-BB23-C041-B80C-D97FBED3B5D4}" type="pres">
      <dgm:prSet presAssocID="{589735C6-80A7-42EA-BD3B-95BEBA686337}" presName="hierChild2" presStyleCnt="0"/>
      <dgm:spPr/>
    </dgm:pt>
    <dgm:pt modelId="{096F8B25-5277-8847-95F3-ACBEF7A1C32B}" type="pres">
      <dgm:prSet presAssocID="{48194A29-5D82-43C6-BD68-B2C75114D009}" presName="hierRoot1" presStyleCnt="0"/>
      <dgm:spPr/>
    </dgm:pt>
    <dgm:pt modelId="{B4F096B5-B546-7C4B-B6F0-A45FCF537490}" type="pres">
      <dgm:prSet presAssocID="{48194A29-5D82-43C6-BD68-B2C75114D009}" presName="composite" presStyleCnt="0"/>
      <dgm:spPr/>
    </dgm:pt>
    <dgm:pt modelId="{10A2E098-80C5-BD46-89BA-75688258D704}" type="pres">
      <dgm:prSet presAssocID="{48194A29-5D82-43C6-BD68-B2C75114D009}" presName="background" presStyleLbl="node0" presStyleIdx="3" presStyleCnt="4"/>
      <dgm:spPr/>
    </dgm:pt>
    <dgm:pt modelId="{513A2BE4-038A-A94B-9E8D-51E4EC42CF1E}" type="pres">
      <dgm:prSet presAssocID="{48194A29-5D82-43C6-BD68-B2C75114D009}" presName="text" presStyleLbl="fgAcc0" presStyleIdx="3" presStyleCnt="4">
        <dgm:presLayoutVars>
          <dgm:chPref val="3"/>
        </dgm:presLayoutVars>
      </dgm:prSet>
      <dgm:spPr/>
    </dgm:pt>
    <dgm:pt modelId="{553853BB-74ED-744D-8D6A-BDAEA4881E94}" type="pres">
      <dgm:prSet presAssocID="{48194A29-5D82-43C6-BD68-B2C75114D009}" presName="hierChild2" presStyleCnt="0"/>
      <dgm:spPr/>
    </dgm:pt>
  </dgm:ptLst>
  <dgm:cxnLst>
    <dgm:cxn modelId="{ECA10804-A53A-0245-99A6-77AA639F7432}" type="presOf" srcId="{C69E57C3-890A-48E6-9774-42CDB88311BC}" destId="{91AEDDA3-38D9-FA42-968A-C916A4882ED0}" srcOrd="0" destOrd="0" presId="urn:microsoft.com/office/officeart/2005/8/layout/hierarchy1"/>
    <dgm:cxn modelId="{2E5D9B06-9F95-4620-B06B-A927A3318719}" srcId="{AC2734BB-52C5-4326-84A9-99E566E24CB0}" destId="{589735C6-80A7-42EA-BD3B-95BEBA686337}" srcOrd="2" destOrd="0" parTransId="{9708645C-F682-4D4A-A14F-FE54E053E60A}" sibTransId="{AA0EBD86-D6F2-43E6-B46F-0B22ADE58F8E}"/>
    <dgm:cxn modelId="{4EFD6F15-D681-C044-84C4-81D3C168DBDE}" type="presOf" srcId="{589735C6-80A7-42EA-BD3B-95BEBA686337}" destId="{1962E1D1-DDEB-B34D-A5B5-B799632D69A8}" srcOrd="0" destOrd="0" presId="urn:microsoft.com/office/officeart/2005/8/layout/hierarchy1"/>
    <dgm:cxn modelId="{A8C6524D-C08E-6D4B-87DA-DB5F9DA7BECF}" type="presOf" srcId="{AC2734BB-52C5-4326-84A9-99E566E24CB0}" destId="{0C186F1F-F5C4-704F-A32A-888A6B0F2991}" srcOrd="0" destOrd="0" presId="urn:microsoft.com/office/officeart/2005/8/layout/hierarchy1"/>
    <dgm:cxn modelId="{7D05B37B-084D-D24B-B422-AFB41FA5F7E4}" type="presOf" srcId="{1C920929-55C1-485A-83E2-8CF461C5B591}" destId="{91C1A7B4-B5C2-FF41-98FE-3C6D53D17BD4}" srcOrd="0" destOrd="0" presId="urn:microsoft.com/office/officeart/2005/8/layout/hierarchy1"/>
    <dgm:cxn modelId="{7742E5C9-09AE-44D1-815B-F11C066AB742}" srcId="{AC2734BB-52C5-4326-84A9-99E566E24CB0}" destId="{48194A29-5D82-43C6-BD68-B2C75114D009}" srcOrd="3" destOrd="0" parTransId="{FDF0E881-740D-478A-B79E-77190968A89B}" sibTransId="{99AC0565-A673-4FCF-9B89-E5A66D32A219}"/>
    <dgm:cxn modelId="{C3E213CA-6586-47A5-A60F-20416BF12438}" srcId="{AC2734BB-52C5-4326-84A9-99E566E24CB0}" destId="{C69E57C3-890A-48E6-9774-42CDB88311BC}" srcOrd="1" destOrd="0" parTransId="{A328F040-A24D-42DE-844B-61090B5B50FD}" sibTransId="{CB3E783C-444F-4E71-ACB7-ED7A8000C45E}"/>
    <dgm:cxn modelId="{DA25F9D4-7400-46BD-9747-38389B73791A}" srcId="{AC2734BB-52C5-4326-84A9-99E566E24CB0}" destId="{1C920929-55C1-485A-83E2-8CF461C5B591}" srcOrd="0" destOrd="0" parTransId="{7C1903F6-1138-4FA7-9DFE-6E0F09FF59F4}" sibTransId="{CA98DF23-7210-4011-BD7A-2F7B24E2352A}"/>
    <dgm:cxn modelId="{19846CFF-B6EF-134F-A374-A81C099FF499}" type="presOf" srcId="{48194A29-5D82-43C6-BD68-B2C75114D009}" destId="{513A2BE4-038A-A94B-9E8D-51E4EC42CF1E}" srcOrd="0" destOrd="0" presId="urn:microsoft.com/office/officeart/2005/8/layout/hierarchy1"/>
    <dgm:cxn modelId="{2E4A3BCE-D954-604B-AC18-BC57317482D7}" type="presParOf" srcId="{0C186F1F-F5C4-704F-A32A-888A6B0F2991}" destId="{5AADCA1F-9174-804B-96AB-B804AA71A168}" srcOrd="0" destOrd="0" presId="urn:microsoft.com/office/officeart/2005/8/layout/hierarchy1"/>
    <dgm:cxn modelId="{C9B86CB4-7870-FD42-960D-63728D41EA7F}" type="presParOf" srcId="{5AADCA1F-9174-804B-96AB-B804AA71A168}" destId="{89031E5E-493E-354D-92B5-045D082AF932}" srcOrd="0" destOrd="0" presId="urn:microsoft.com/office/officeart/2005/8/layout/hierarchy1"/>
    <dgm:cxn modelId="{09F57852-D5E7-224D-B25D-C77BF9D243EA}" type="presParOf" srcId="{89031E5E-493E-354D-92B5-045D082AF932}" destId="{024B8D64-96AF-4146-8DED-6A77BE508F54}" srcOrd="0" destOrd="0" presId="urn:microsoft.com/office/officeart/2005/8/layout/hierarchy1"/>
    <dgm:cxn modelId="{0E947BE6-CA99-494E-9907-01CE724BE9C0}" type="presParOf" srcId="{89031E5E-493E-354D-92B5-045D082AF932}" destId="{91C1A7B4-B5C2-FF41-98FE-3C6D53D17BD4}" srcOrd="1" destOrd="0" presId="urn:microsoft.com/office/officeart/2005/8/layout/hierarchy1"/>
    <dgm:cxn modelId="{1562B3E2-938B-0C40-A2CA-BCDDCC52FBBD}" type="presParOf" srcId="{5AADCA1F-9174-804B-96AB-B804AA71A168}" destId="{3B0C6B87-72C4-2441-B163-FC7AD0A8127C}" srcOrd="1" destOrd="0" presId="urn:microsoft.com/office/officeart/2005/8/layout/hierarchy1"/>
    <dgm:cxn modelId="{099BBA82-7376-AC42-94D8-88CB7173DA93}" type="presParOf" srcId="{0C186F1F-F5C4-704F-A32A-888A6B0F2991}" destId="{E2A98E33-2CD9-F24B-AE09-C01EAC737ADB}" srcOrd="1" destOrd="0" presId="urn:microsoft.com/office/officeart/2005/8/layout/hierarchy1"/>
    <dgm:cxn modelId="{03F86310-F8E8-3045-8C29-0C9F73CAD5F1}" type="presParOf" srcId="{E2A98E33-2CD9-F24B-AE09-C01EAC737ADB}" destId="{134AA5F9-72DA-DF47-BD5D-4301CF2E6880}" srcOrd="0" destOrd="0" presId="urn:microsoft.com/office/officeart/2005/8/layout/hierarchy1"/>
    <dgm:cxn modelId="{06BAB7EB-7568-914E-ADAB-8D4D25106231}" type="presParOf" srcId="{134AA5F9-72DA-DF47-BD5D-4301CF2E6880}" destId="{A725B164-6E41-9E4F-9228-C8EE645079AB}" srcOrd="0" destOrd="0" presId="urn:microsoft.com/office/officeart/2005/8/layout/hierarchy1"/>
    <dgm:cxn modelId="{4FEA67FE-D8A4-0146-A715-9EBF57342898}" type="presParOf" srcId="{134AA5F9-72DA-DF47-BD5D-4301CF2E6880}" destId="{91AEDDA3-38D9-FA42-968A-C916A4882ED0}" srcOrd="1" destOrd="0" presId="urn:microsoft.com/office/officeart/2005/8/layout/hierarchy1"/>
    <dgm:cxn modelId="{E32F03BF-5D84-C84A-B76E-5F1623672A1F}" type="presParOf" srcId="{E2A98E33-2CD9-F24B-AE09-C01EAC737ADB}" destId="{EAD54AFC-1720-4B47-BE00-399BD87E1CF8}" srcOrd="1" destOrd="0" presId="urn:microsoft.com/office/officeart/2005/8/layout/hierarchy1"/>
    <dgm:cxn modelId="{7E41CE24-10CE-6440-86EE-283DF1BE06F3}" type="presParOf" srcId="{0C186F1F-F5C4-704F-A32A-888A6B0F2991}" destId="{71F7BC5B-9A99-154B-A5D3-71DFDCA5ECBE}" srcOrd="2" destOrd="0" presId="urn:microsoft.com/office/officeart/2005/8/layout/hierarchy1"/>
    <dgm:cxn modelId="{95E777B9-402C-9E4F-A838-CF4278F1456C}" type="presParOf" srcId="{71F7BC5B-9A99-154B-A5D3-71DFDCA5ECBE}" destId="{9321B8AE-D7E3-AC4B-B133-51EF247594E3}" srcOrd="0" destOrd="0" presId="urn:microsoft.com/office/officeart/2005/8/layout/hierarchy1"/>
    <dgm:cxn modelId="{B756E2A2-E855-794C-8223-D280F7AE8A89}" type="presParOf" srcId="{9321B8AE-D7E3-AC4B-B133-51EF247594E3}" destId="{39F51449-1353-1640-8335-CC1F01A4E825}" srcOrd="0" destOrd="0" presId="urn:microsoft.com/office/officeart/2005/8/layout/hierarchy1"/>
    <dgm:cxn modelId="{F6E6C4B8-182A-4C42-B4A2-A4086E03AF03}" type="presParOf" srcId="{9321B8AE-D7E3-AC4B-B133-51EF247594E3}" destId="{1962E1D1-DDEB-B34D-A5B5-B799632D69A8}" srcOrd="1" destOrd="0" presId="urn:microsoft.com/office/officeart/2005/8/layout/hierarchy1"/>
    <dgm:cxn modelId="{37E5E37B-8460-5E43-AD2E-615A4582685B}" type="presParOf" srcId="{71F7BC5B-9A99-154B-A5D3-71DFDCA5ECBE}" destId="{4A52AB36-BB23-C041-B80C-D97FBED3B5D4}" srcOrd="1" destOrd="0" presId="urn:microsoft.com/office/officeart/2005/8/layout/hierarchy1"/>
    <dgm:cxn modelId="{DAD2B325-C22C-F74B-8375-95BD4D1C4144}" type="presParOf" srcId="{0C186F1F-F5C4-704F-A32A-888A6B0F2991}" destId="{096F8B25-5277-8847-95F3-ACBEF7A1C32B}" srcOrd="3" destOrd="0" presId="urn:microsoft.com/office/officeart/2005/8/layout/hierarchy1"/>
    <dgm:cxn modelId="{B55CEB5E-EC61-624B-815E-85E39A51E273}" type="presParOf" srcId="{096F8B25-5277-8847-95F3-ACBEF7A1C32B}" destId="{B4F096B5-B546-7C4B-B6F0-A45FCF537490}" srcOrd="0" destOrd="0" presId="urn:microsoft.com/office/officeart/2005/8/layout/hierarchy1"/>
    <dgm:cxn modelId="{EC38EE3B-1E6D-734C-B504-F00B6C6F6941}" type="presParOf" srcId="{B4F096B5-B546-7C4B-B6F0-A45FCF537490}" destId="{10A2E098-80C5-BD46-89BA-75688258D704}" srcOrd="0" destOrd="0" presId="urn:microsoft.com/office/officeart/2005/8/layout/hierarchy1"/>
    <dgm:cxn modelId="{B1745D69-9777-7142-BEB0-33C5920FF884}" type="presParOf" srcId="{B4F096B5-B546-7C4B-B6F0-A45FCF537490}" destId="{513A2BE4-038A-A94B-9E8D-51E4EC42CF1E}" srcOrd="1" destOrd="0" presId="urn:microsoft.com/office/officeart/2005/8/layout/hierarchy1"/>
    <dgm:cxn modelId="{40A40ABB-372F-024F-9A28-891E46FBFFF1}" type="presParOf" srcId="{096F8B25-5277-8847-95F3-ACBEF7A1C32B}" destId="{553853BB-74ED-744D-8D6A-BDAEA4881E9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0C21EE-2122-6145-9F2C-5782A4CF59E6}">
      <dsp:nvSpPr>
        <dsp:cNvPr id="0" name=""/>
        <dsp:cNvSpPr/>
      </dsp:nvSpPr>
      <dsp:spPr>
        <a:xfrm>
          <a:off x="0" y="529160"/>
          <a:ext cx="5000124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561BBA-9934-B940-8E35-24B010D55D84}">
      <dsp:nvSpPr>
        <dsp:cNvPr id="0" name=""/>
        <dsp:cNvSpPr/>
      </dsp:nvSpPr>
      <dsp:spPr>
        <a:xfrm>
          <a:off x="250006" y="86360"/>
          <a:ext cx="3500086" cy="8856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Shikha Maheshwari</a:t>
          </a:r>
          <a:endParaRPr lang="en-US" sz="3000" kern="1200" dirty="0"/>
        </a:p>
      </dsp:txBody>
      <dsp:txXfrm>
        <a:off x="293237" y="129591"/>
        <a:ext cx="3413624" cy="799138"/>
      </dsp:txXfrm>
    </dsp:sp>
    <dsp:sp modelId="{1D1C7EB1-9B0D-BA4B-9BF1-CEF4E355D842}">
      <dsp:nvSpPr>
        <dsp:cNvPr id="0" name=""/>
        <dsp:cNvSpPr/>
      </dsp:nvSpPr>
      <dsp:spPr>
        <a:xfrm>
          <a:off x="0" y="1889960"/>
          <a:ext cx="5000124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18262E-401F-1846-AB1D-B78574B980CD}">
      <dsp:nvSpPr>
        <dsp:cNvPr id="0" name=""/>
        <dsp:cNvSpPr/>
      </dsp:nvSpPr>
      <dsp:spPr>
        <a:xfrm>
          <a:off x="250006" y="1447160"/>
          <a:ext cx="3500086" cy="88560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Sowmya S</a:t>
          </a:r>
          <a:endParaRPr lang="en-US" sz="3000" kern="1200"/>
        </a:p>
      </dsp:txBody>
      <dsp:txXfrm>
        <a:off x="293237" y="1490391"/>
        <a:ext cx="3413624" cy="799138"/>
      </dsp:txXfrm>
    </dsp:sp>
    <dsp:sp modelId="{5427043A-5D4D-614A-8BC1-5371B116CCC1}">
      <dsp:nvSpPr>
        <dsp:cNvPr id="0" name=""/>
        <dsp:cNvSpPr/>
      </dsp:nvSpPr>
      <dsp:spPr>
        <a:xfrm>
          <a:off x="0" y="3250759"/>
          <a:ext cx="5000124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E756C1-F18E-A947-BC19-B43C9C78A82C}">
      <dsp:nvSpPr>
        <dsp:cNvPr id="0" name=""/>
        <dsp:cNvSpPr/>
      </dsp:nvSpPr>
      <dsp:spPr>
        <a:xfrm>
          <a:off x="250006" y="2807960"/>
          <a:ext cx="3500086" cy="88560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Akash Kumar</a:t>
          </a:r>
          <a:endParaRPr lang="en-US" sz="3000" kern="1200"/>
        </a:p>
      </dsp:txBody>
      <dsp:txXfrm>
        <a:off x="293237" y="2851191"/>
        <a:ext cx="3413624" cy="799138"/>
      </dsp:txXfrm>
    </dsp:sp>
    <dsp:sp modelId="{6CF8292C-439E-5C47-907D-0D661D8B1BDB}">
      <dsp:nvSpPr>
        <dsp:cNvPr id="0" name=""/>
        <dsp:cNvSpPr/>
      </dsp:nvSpPr>
      <dsp:spPr>
        <a:xfrm>
          <a:off x="0" y="4611560"/>
          <a:ext cx="5000124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9AD19-F72F-D744-9A76-AF7D4037056B}">
      <dsp:nvSpPr>
        <dsp:cNvPr id="0" name=""/>
        <dsp:cNvSpPr/>
      </dsp:nvSpPr>
      <dsp:spPr>
        <a:xfrm>
          <a:off x="250006" y="4168760"/>
          <a:ext cx="3500086" cy="88560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Prateek Sharma</a:t>
          </a:r>
          <a:endParaRPr lang="en-US" sz="3000" kern="1200"/>
        </a:p>
      </dsp:txBody>
      <dsp:txXfrm>
        <a:off x="293237" y="4211991"/>
        <a:ext cx="3413624" cy="7991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D01F77-928C-7443-9A71-7DDEF36F5506}">
      <dsp:nvSpPr>
        <dsp:cNvPr id="0" name=""/>
        <dsp:cNvSpPr/>
      </dsp:nvSpPr>
      <dsp:spPr>
        <a:xfrm>
          <a:off x="0" y="380143"/>
          <a:ext cx="5190305" cy="151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A4A5D0A-C24E-7042-8EE3-016706B39AE2}">
      <dsp:nvSpPr>
        <dsp:cNvPr id="0" name=""/>
        <dsp:cNvSpPr/>
      </dsp:nvSpPr>
      <dsp:spPr>
        <a:xfrm>
          <a:off x="259515" y="291583"/>
          <a:ext cx="3633213" cy="1771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327" tIns="0" rIns="137327" bIns="0" numCol="1" spcCol="1270" anchor="ctr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 dirty="0">
              <a:effectLst/>
              <a:latin typeface="Monaco" pitchFamily="2" charset="77"/>
            </a:rPr>
            <a:t>Unified query interface across all sources</a:t>
          </a:r>
          <a:endParaRPr lang="en-GB" sz="600" kern="1200" dirty="0"/>
        </a:p>
      </dsp:txBody>
      <dsp:txXfrm>
        <a:off x="268161" y="300229"/>
        <a:ext cx="3615921" cy="159828"/>
      </dsp:txXfrm>
    </dsp:sp>
    <dsp:sp modelId="{144B86BC-63A5-9B44-AAAE-2AE8F84D5F00}">
      <dsp:nvSpPr>
        <dsp:cNvPr id="0" name=""/>
        <dsp:cNvSpPr/>
      </dsp:nvSpPr>
      <dsp:spPr>
        <a:xfrm>
          <a:off x="0" y="652302"/>
          <a:ext cx="5190305" cy="151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226E5F8-49EE-594C-86F5-773E7989D933}">
      <dsp:nvSpPr>
        <dsp:cNvPr id="0" name=""/>
        <dsp:cNvSpPr/>
      </dsp:nvSpPr>
      <dsp:spPr>
        <a:xfrm>
          <a:off x="259515" y="563743"/>
          <a:ext cx="3633213" cy="1771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327" tIns="0" rIns="137327" bIns="0" numCol="1" spcCol="1270" anchor="ctr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 dirty="0">
              <a:effectLst/>
              <a:latin typeface="Monaco" pitchFamily="2" charset="77"/>
            </a:rPr>
            <a:t>Context-aware retrieval using embeddings (Chroma DB)</a:t>
          </a:r>
          <a:endParaRPr lang="en-GB" sz="600" kern="1200" dirty="0"/>
        </a:p>
      </dsp:txBody>
      <dsp:txXfrm>
        <a:off x="268161" y="572389"/>
        <a:ext cx="3615921" cy="159828"/>
      </dsp:txXfrm>
    </dsp:sp>
    <dsp:sp modelId="{9CB30F58-4998-D141-AD86-9381F603859C}">
      <dsp:nvSpPr>
        <dsp:cNvPr id="0" name=""/>
        <dsp:cNvSpPr/>
      </dsp:nvSpPr>
      <dsp:spPr>
        <a:xfrm>
          <a:off x="0" y="924463"/>
          <a:ext cx="5190305" cy="151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EE4E6C8-5ACE-A046-8350-726AE26FDC7E}">
      <dsp:nvSpPr>
        <dsp:cNvPr id="0" name=""/>
        <dsp:cNvSpPr/>
      </dsp:nvSpPr>
      <dsp:spPr>
        <a:xfrm>
          <a:off x="259515" y="835903"/>
          <a:ext cx="3633213" cy="1771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327" tIns="0" rIns="137327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 dirty="0">
              <a:effectLst/>
              <a:latin typeface="Monaco" pitchFamily="2" charset="77"/>
            </a:rPr>
            <a:t>Intelligent Response = Code + Documentation + Infrastructure + Notes</a:t>
          </a:r>
          <a:endParaRPr lang="en-GB" sz="600" kern="1200" dirty="0"/>
        </a:p>
      </dsp:txBody>
      <dsp:txXfrm>
        <a:off x="268161" y="844549"/>
        <a:ext cx="3615921" cy="1598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D01F77-928C-7443-9A71-7DDEF36F5506}">
      <dsp:nvSpPr>
        <dsp:cNvPr id="0" name=""/>
        <dsp:cNvSpPr/>
      </dsp:nvSpPr>
      <dsp:spPr>
        <a:xfrm>
          <a:off x="0" y="395439"/>
          <a:ext cx="5172890" cy="176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A4A5D0A-C24E-7042-8EE3-016706B39AE2}">
      <dsp:nvSpPr>
        <dsp:cNvPr id="0" name=""/>
        <dsp:cNvSpPr/>
      </dsp:nvSpPr>
      <dsp:spPr>
        <a:xfrm>
          <a:off x="258644" y="292119"/>
          <a:ext cx="3621023" cy="20663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866" tIns="0" rIns="136866" bIns="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 dirty="0">
              <a:effectLst/>
              <a:latin typeface="Monaco" pitchFamily="2" charset="77"/>
            </a:rPr>
            <a:t>Enabled agent-based orchestration across multiple tools</a:t>
          </a:r>
          <a:endParaRPr lang="en-GB" sz="700" kern="1200" dirty="0"/>
        </a:p>
      </dsp:txBody>
      <dsp:txXfrm>
        <a:off x="268731" y="302206"/>
        <a:ext cx="3600849" cy="186465"/>
      </dsp:txXfrm>
    </dsp:sp>
    <dsp:sp modelId="{144B86BC-63A5-9B44-AAAE-2AE8F84D5F00}">
      <dsp:nvSpPr>
        <dsp:cNvPr id="0" name=""/>
        <dsp:cNvSpPr/>
      </dsp:nvSpPr>
      <dsp:spPr>
        <a:xfrm>
          <a:off x="0" y="712959"/>
          <a:ext cx="5172890" cy="176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226E5F8-49EE-594C-86F5-773E7989D933}">
      <dsp:nvSpPr>
        <dsp:cNvPr id="0" name=""/>
        <dsp:cNvSpPr/>
      </dsp:nvSpPr>
      <dsp:spPr>
        <a:xfrm>
          <a:off x="258644" y="609639"/>
          <a:ext cx="3621023" cy="20663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866" tIns="0" rIns="136866" bIns="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 dirty="0">
              <a:effectLst/>
              <a:latin typeface="Monaco" pitchFamily="2" charset="77"/>
            </a:rPr>
            <a:t>Simplified integration of heterogeneous data sources</a:t>
          </a:r>
          <a:endParaRPr lang="en-GB" sz="700" kern="1200" dirty="0"/>
        </a:p>
      </dsp:txBody>
      <dsp:txXfrm>
        <a:off x="268731" y="619726"/>
        <a:ext cx="3600849" cy="186465"/>
      </dsp:txXfrm>
    </dsp:sp>
    <dsp:sp modelId="{9CB30F58-4998-D141-AD86-9381F603859C}">
      <dsp:nvSpPr>
        <dsp:cNvPr id="0" name=""/>
        <dsp:cNvSpPr/>
      </dsp:nvSpPr>
      <dsp:spPr>
        <a:xfrm>
          <a:off x="0" y="1030479"/>
          <a:ext cx="5172890" cy="176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EE4E6C8-5ACE-A046-8350-726AE26FDC7E}">
      <dsp:nvSpPr>
        <dsp:cNvPr id="0" name=""/>
        <dsp:cNvSpPr/>
      </dsp:nvSpPr>
      <dsp:spPr>
        <a:xfrm>
          <a:off x="258644" y="927159"/>
          <a:ext cx="3621023" cy="20663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866" tIns="0" rIns="136866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 dirty="0">
              <a:effectLst/>
              <a:latin typeface="Monaco" pitchFamily="2" charset="77"/>
            </a:rPr>
            <a:t>Eliminated need for complex custom orchestration</a:t>
          </a:r>
          <a:endParaRPr lang="en-GB" sz="700" kern="1200" dirty="0"/>
        </a:p>
      </dsp:txBody>
      <dsp:txXfrm>
        <a:off x="268731" y="937246"/>
        <a:ext cx="3600849" cy="186465"/>
      </dsp:txXfrm>
    </dsp:sp>
    <dsp:sp modelId="{60766525-281A-3549-ADEF-E9A4F683EC7D}">
      <dsp:nvSpPr>
        <dsp:cNvPr id="0" name=""/>
        <dsp:cNvSpPr/>
      </dsp:nvSpPr>
      <dsp:spPr>
        <a:xfrm>
          <a:off x="0" y="1347998"/>
          <a:ext cx="5172890" cy="176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09670F7-94AF-4443-99F9-3C56DDD088C6}">
      <dsp:nvSpPr>
        <dsp:cNvPr id="0" name=""/>
        <dsp:cNvSpPr/>
      </dsp:nvSpPr>
      <dsp:spPr>
        <a:xfrm>
          <a:off x="258644" y="1244679"/>
          <a:ext cx="3621023" cy="20663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866" tIns="0" rIns="136866" bIns="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>
              <a:effectLst/>
              <a:latin typeface="Monaco" pitchFamily="2" charset="77"/>
            </a:rPr>
            <a:t>Delivered contextual answers instead of keyword-based search</a:t>
          </a:r>
          <a:endParaRPr lang="en-GB" sz="700" kern="1200" dirty="0"/>
        </a:p>
      </dsp:txBody>
      <dsp:txXfrm>
        <a:off x="268731" y="1254766"/>
        <a:ext cx="3600849" cy="1864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4B8D64-96AF-4146-8DED-6A77BE508F54}">
      <dsp:nvSpPr>
        <dsp:cNvPr id="0" name=""/>
        <dsp:cNvSpPr/>
      </dsp:nvSpPr>
      <dsp:spPr>
        <a:xfrm>
          <a:off x="234651" y="462"/>
          <a:ext cx="1156718" cy="7345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C1A7B4-B5C2-FF41-98FE-3C6D53D17BD4}">
      <dsp:nvSpPr>
        <dsp:cNvPr id="0" name=""/>
        <dsp:cNvSpPr/>
      </dsp:nvSpPr>
      <dsp:spPr>
        <a:xfrm>
          <a:off x="363176" y="122560"/>
          <a:ext cx="1156718" cy="7345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Multi-Source Intelligence - Integrations</a:t>
          </a:r>
          <a:endParaRPr lang="en-US" sz="800" kern="1200" dirty="0"/>
        </a:p>
      </dsp:txBody>
      <dsp:txXfrm>
        <a:off x="384689" y="144073"/>
        <a:ext cx="1113692" cy="691490"/>
      </dsp:txXfrm>
    </dsp:sp>
    <dsp:sp modelId="{A725B164-6E41-9E4F-9228-C8EE645079AB}">
      <dsp:nvSpPr>
        <dsp:cNvPr id="0" name=""/>
        <dsp:cNvSpPr/>
      </dsp:nvSpPr>
      <dsp:spPr>
        <a:xfrm>
          <a:off x="1648419" y="462"/>
          <a:ext cx="1156718" cy="7345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EDDA3-38D9-FA42-968A-C916A4882ED0}">
      <dsp:nvSpPr>
        <dsp:cNvPr id="0" name=""/>
        <dsp:cNvSpPr/>
      </dsp:nvSpPr>
      <dsp:spPr>
        <a:xfrm>
          <a:off x="1776943" y="122560"/>
          <a:ext cx="1156718" cy="7345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• </a:t>
          </a:r>
          <a:r>
            <a:rPr lang="en-IN" sz="800" b="1" i="1" kern="1200" dirty="0"/>
            <a:t>Git MCP Server: </a:t>
          </a:r>
          <a:r>
            <a:rPr lang="en-IN" sz="800" kern="1200" dirty="0"/>
            <a:t>Extracts code and repository-level insights</a:t>
          </a:r>
          <a:endParaRPr lang="en-US" sz="800" kern="1200" dirty="0"/>
        </a:p>
      </dsp:txBody>
      <dsp:txXfrm>
        <a:off x="1798456" y="144073"/>
        <a:ext cx="1113692" cy="691490"/>
      </dsp:txXfrm>
    </dsp:sp>
    <dsp:sp modelId="{39F51449-1353-1640-8335-CC1F01A4E825}">
      <dsp:nvSpPr>
        <dsp:cNvPr id="0" name=""/>
        <dsp:cNvSpPr/>
      </dsp:nvSpPr>
      <dsp:spPr>
        <a:xfrm>
          <a:off x="3062186" y="462"/>
          <a:ext cx="1156718" cy="7345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62E1D1-DDEB-B34D-A5B5-B799632D69A8}">
      <dsp:nvSpPr>
        <dsp:cNvPr id="0" name=""/>
        <dsp:cNvSpPr/>
      </dsp:nvSpPr>
      <dsp:spPr>
        <a:xfrm>
          <a:off x="3190710" y="122560"/>
          <a:ext cx="1156718" cy="7345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• </a:t>
          </a:r>
          <a:r>
            <a:rPr lang="en-IN" sz="800" b="1" i="1" kern="1200" dirty="0"/>
            <a:t>Terraform IBM Modules MCP Server</a:t>
          </a:r>
          <a:r>
            <a:rPr lang="en-IN" sz="800" kern="1200" dirty="0"/>
            <a:t>: Provides infrastructure and configuration context</a:t>
          </a:r>
          <a:endParaRPr lang="en-US" sz="800" kern="1200" dirty="0"/>
        </a:p>
      </dsp:txBody>
      <dsp:txXfrm>
        <a:off x="3212223" y="144073"/>
        <a:ext cx="1113692" cy="691490"/>
      </dsp:txXfrm>
    </dsp:sp>
    <dsp:sp modelId="{10A2E098-80C5-BD46-89BA-75688258D704}">
      <dsp:nvSpPr>
        <dsp:cNvPr id="0" name=""/>
        <dsp:cNvSpPr/>
      </dsp:nvSpPr>
      <dsp:spPr>
        <a:xfrm>
          <a:off x="4475953" y="462"/>
          <a:ext cx="1156718" cy="7345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A2BE4-038A-A94B-9E8D-51E4EC42CF1E}">
      <dsp:nvSpPr>
        <dsp:cNvPr id="0" name=""/>
        <dsp:cNvSpPr/>
      </dsp:nvSpPr>
      <dsp:spPr>
        <a:xfrm>
          <a:off x="4604477" y="122560"/>
          <a:ext cx="1156718" cy="7345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• </a:t>
          </a:r>
          <a:r>
            <a:rPr lang="en-IN" sz="800" b="1" i="1" kern="1200" dirty="0"/>
            <a:t>Box Notes</a:t>
          </a:r>
          <a:r>
            <a:rPr lang="en-IN" sz="800" kern="1200" dirty="0"/>
            <a:t>: Ingested into Chroma DB for semantic search</a:t>
          </a:r>
          <a:endParaRPr lang="en-US" sz="800" kern="1200" dirty="0"/>
        </a:p>
      </dsp:txBody>
      <dsp:txXfrm>
        <a:off x="4625990" y="144073"/>
        <a:ext cx="1113692" cy="691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C4368E-8E76-E94C-B086-709AA2084948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48D8EA-59A3-FD4E-A17C-58AC17DF5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51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8D8EA-59A3-FD4E-A17C-58AC17DF5B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26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Data" Target="../diagrams/data4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image" Target="../media/image1.png"/><Relationship Id="rId17" Type="http://schemas.microsoft.com/office/2007/relationships/diagramDrawing" Target="../diagrams/drawing4.xml"/><Relationship Id="rId2" Type="http://schemas.openxmlformats.org/officeDocument/2006/relationships/diagramData" Target="../diagrams/data2.xml"/><Relationship Id="rId16" Type="http://schemas.openxmlformats.org/officeDocument/2006/relationships/diagramColors" Target="../diagrams/colors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5" Type="http://schemas.openxmlformats.org/officeDocument/2006/relationships/diagramQuickStyle" Target="../diagrams/quickStyle4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diagramLayout" Target="../diagrams/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1EDBFBC-D046-C9F4-544A-9D8EB13C93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56342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32E07ED-6C16-0CB9-2197-BFC2A6861DD3}"/>
              </a:ext>
            </a:extLst>
          </p:cNvPr>
          <p:cNvSpPr txBox="1"/>
          <p:nvPr/>
        </p:nvSpPr>
        <p:spPr>
          <a:xfrm>
            <a:off x="7578368" y="96800"/>
            <a:ext cx="131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Technocrats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EF36C7-3CDA-038C-D76B-7243F3A3B13A}"/>
              </a:ext>
            </a:extLst>
          </p:cNvPr>
          <p:cNvSpPr txBox="1"/>
          <p:nvPr/>
        </p:nvSpPr>
        <p:spPr>
          <a:xfrm>
            <a:off x="69670" y="2959873"/>
            <a:ext cx="27409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Breaking Knowledge Silos </a:t>
            </a:r>
          </a:p>
          <a:p>
            <a:r>
              <a:rPr lang="en-IN" b="1" dirty="0">
                <a:solidFill>
                  <a:schemeClr val="bg1"/>
                </a:solidFill>
              </a:rPr>
              <a:t>with AI-Powered </a:t>
            </a:r>
          </a:p>
          <a:p>
            <a:r>
              <a:rPr lang="en-IN" b="1" dirty="0">
                <a:solidFill>
                  <a:schemeClr val="bg1"/>
                </a:solidFill>
              </a:rPr>
              <a:t>Team Intelligence</a:t>
            </a:r>
          </a:p>
          <a:p>
            <a:pPr lvl="0"/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635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95303" y="0"/>
            <a:ext cx="55691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3200" b="1" dirty="0">
                <a:solidFill>
                  <a:srgbClr val="0F62FE"/>
                </a:solidFill>
              </a:rPr>
              <a:t>Problem Statement / Abstract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273E2E-54B9-49E1-833E-96A10A4833BB}"/>
              </a:ext>
            </a:extLst>
          </p:cNvPr>
          <p:cNvSpPr txBox="1"/>
          <p:nvPr/>
        </p:nvSpPr>
        <p:spPr>
          <a:xfrm>
            <a:off x="5181603" y="1366897"/>
            <a:ext cx="3749038" cy="412420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600" b="1" dirty="0">
                <a:solidFill>
                  <a:srgbClr val="161616"/>
                </a:solidFill>
              </a:rPr>
              <a:t>Our Solution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600" dirty="0">
                <a:solidFill>
                  <a:srgbClr val="161616"/>
                </a:solidFill>
              </a:rPr>
              <a:t>AI-powered intelligent assistant that: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161616"/>
                </a:solidFill>
              </a:rPr>
              <a:t>Aggregates multi-source data into a unified knowledge base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161616"/>
                </a:solidFill>
              </a:rPr>
              <a:t>Enables natural language querying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161616"/>
                </a:solidFill>
              </a:rPr>
              <a:t>Provides contextual, accurate, and visual responses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161616"/>
                </a:solidFill>
              </a:rPr>
              <a:t>Debug CI/CD pipeline failures instantly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161616"/>
                </a:solidFill>
              </a:rPr>
              <a:t>Understand system architecture with diagrams and explanations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161616"/>
                </a:solidFill>
              </a:rPr>
              <a:t>Provide personalized onboarding guidance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0DE818-CB77-A38C-3162-6215F5C99058}"/>
              </a:ext>
            </a:extLst>
          </p:cNvPr>
          <p:cNvSpPr txBox="1"/>
          <p:nvPr/>
        </p:nvSpPr>
        <p:spPr>
          <a:xfrm>
            <a:off x="82732" y="584775"/>
            <a:ext cx="4637314" cy="60785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600" b="1" dirty="0">
                <a:solidFill>
                  <a:srgbClr val="161616"/>
                </a:solidFill>
              </a:rPr>
              <a:t>Knowledge Silo Challenges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600" dirty="0"/>
              <a:t>Critical knowledge confined to senior team members. </a:t>
            </a:r>
          </a:p>
          <a:p>
            <a:pPr lvl="0"/>
            <a:endParaRPr lang="en-US" sz="16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600" dirty="0"/>
              <a:t>Slow incident resolution, especially during off-hours </a:t>
            </a:r>
          </a:p>
          <a:p>
            <a:pPr lvl="0"/>
            <a:endParaRPr lang="en-US" sz="16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600" dirty="0"/>
              <a:t>Teams blocked for hours/days waiting for answers </a:t>
            </a:r>
          </a:p>
          <a:p>
            <a:pPr lvl="0"/>
            <a:endParaRPr lang="en-US" sz="16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600" dirty="0"/>
              <a:t>Strong dependency on Subject Matter Experts (SMEs) </a:t>
            </a:r>
          </a:p>
          <a:p>
            <a:pPr lvl="0"/>
            <a:endParaRPr lang="en-US" sz="16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600" dirty="0"/>
              <a:t>Onboarding new team members takes weeks </a:t>
            </a:r>
          </a:p>
          <a:p>
            <a:pPr lvl="0"/>
            <a:endParaRPr lang="en-US" sz="16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600" dirty="0"/>
              <a:t>No troubleshooting guide </a:t>
            </a:r>
          </a:p>
          <a:p>
            <a:pPr lvl="0"/>
            <a:endParaRPr lang="en-US" sz="16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600" dirty="0"/>
              <a:t>Authentication service ownership unclear → Incident delayed  </a:t>
            </a:r>
          </a:p>
          <a:p>
            <a:pPr lvl="0"/>
            <a:endParaRPr lang="en-US" sz="16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600" dirty="0"/>
              <a:t>API documentation location unknown → Development blocked </a:t>
            </a:r>
          </a:p>
          <a:p>
            <a:pPr lvl="0"/>
            <a:endParaRPr lang="en-US" sz="16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600" dirty="0"/>
              <a:t>Countless hours lost in productivity</a:t>
            </a:r>
          </a:p>
          <a:p>
            <a:pPr lvl="0"/>
            <a:endParaRPr lang="en-US" sz="16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600" dirty="0"/>
              <a:t>Knowledge loss during team transitions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FCA6387-7C22-DF57-F917-5CA21762A5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7159105"/>
              </p:ext>
            </p:extLst>
          </p:nvPr>
        </p:nvGraphicFramePr>
        <p:xfrm>
          <a:off x="78381" y="2351315"/>
          <a:ext cx="5190305" cy="13672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BF572E0-96CA-412B-B3B1-AC81A8FAF5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4528728"/>
              </p:ext>
            </p:extLst>
          </p:nvPr>
        </p:nvGraphicFramePr>
        <p:xfrm>
          <a:off x="95796" y="3808208"/>
          <a:ext cx="5172890" cy="18165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18" name="Picture 17" descr="Screenshot at Apr 08 20-09-38.png">
            <a:extLst>
              <a:ext uri="{FF2B5EF4-FFF2-40B4-BE49-F238E27FC236}">
                <a16:creationId xmlns:a16="http://schemas.microsoft.com/office/drawing/2014/main" id="{C868A91E-4AAA-64ED-B88B-B08A3BDD4B1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74100" y="832979"/>
            <a:ext cx="4691519" cy="48887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E0DD06-0325-6B5C-7080-1BF12C40EEBC}"/>
              </a:ext>
            </a:extLst>
          </p:cNvPr>
          <p:cNvSpPr txBox="1"/>
          <p:nvPr/>
        </p:nvSpPr>
        <p:spPr>
          <a:xfrm>
            <a:off x="78381" y="1981983"/>
            <a:ext cx="2468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b="1" dirty="0">
                <a:effectLst/>
                <a:latin typeface="Monaco" pitchFamily="2" charset="77"/>
              </a:rPr>
              <a:t>What We Built 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A02FEC-190A-9303-5F2E-CEF78DE73A59}"/>
              </a:ext>
            </a:extLst>
          </p:cNvPr>
          <p:cNvSpPr txBox="1"/>
          <p:nvPr/>
        </p:nvSpPr>
        <p:spPr>
          <a:xfrm>
            <a:off x="78381" y="3533895"/>
            <a:ext cx="3248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b="1" dirty="0">
                <a:effectLst/>
                <a:latin typeface="Monaco" pitchFamily="2" charset="77"/>
              </a:rPr>
              <a:t>Key Learnings from Bob</a:t>
            </a:r>
          </a:p>
        </p:txBody>
      </p:sp>
      <p:graphicFrame>
        <p:nvGraphicFramePr>
          <p:cNvPr id="15" name="TextBox 8">
            <a:extLst>
              <a:ext uri="{FF2B5EF4-FFF2-40B4-BE49-F238E27FC236}">
                <a16:creationId xmlns:a16="http://schemas.microsoft.com/office/drawing/2014/main" id="{0BFE8402-9ED4-3D38-6AE9-702469F7CF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253983"/>
              </p:ext>
            </p:extLst>
          </p:nvPr>
        </p:nvGraphicFramePr>
        <p:xfrm>
          <a:off x="-178522" y="902485"/>
          <a:ext cx="5995848" cy="857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9B2B251-4921-9793-1034-B4EE3DA3FE2C}"/>
              </a:ext>
            </a:extLst>
          </p:cNvPr>
          <p:cNvSpPr txBox="1"/>
          <p:nvPr/>
        </p:nvSpPr>
        <p:spPr>
          <a:xfrm>
            <a:off x="156754" y="247717"/>
            <a:ext cx="3248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b="1" dirty="0">
                <a:effectLst/>
                <a:latin typeface="Monaco" pitchFamily="2" charset="77"/>
              </a:rPr>
              <a:t>How we </a:t>
            </a:r>
            <a:r>
              <a:rPr lang="en-IN" b="1" dirty="0">
                <a:latin typeface="Monaco" pitchFamily="2" charset="77"/>
              </a:rPr>
              <a:t>used Bob ?</a:t>
            </a:r>
            <a:endParaRPr lang="en-IN" b="1" dirty="0">
              <a:effectLst/>
              <a:latin typeface="Monaco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711758-0C06-2118-558C-2274A2C93C92}"/>
              </a:ext>
            </a:extLst>
          </p:cNvPr>
          <p:cNvSpPr txBox="1"/>
          <p:nvPr/>
        </p:nvSpPr>
        <p:spPr>
          <a:xfrm>
            <a:off x="1780902" y="6222636"/>
            <a:ext cx="66489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62FE"/>
                </a:solidFill>
              </a:defRPr>
            </a:pPr>
            <a:r>
              <a:rPr dirty="0"/>
              <a:t>Building an Intelligent Knowledge Assistant</a:t>
            </a:r>
          </a:p>
        </p:txBody>
      </p:sp>
    </p:spTree>
    <p:extLst>
      <p:ext uri="{BB962C8B-B14F-4D97-AF65-F5344CB8AC3E}">
        <p14:creationId xmlns:p14="http://schemas.microsoft.com/office/powerpoint/2010/main" val="1694388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5654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62FE"/>
                </a:solidFill>
              </a:defRPr>
            </a:pPr>
            <a:r>
              <a:rPr sz="3200" b="1" dirty="0">
                <a:solidFill>
                  <a:srgbClr val="0F62FE"/>
                </a:solidFill>
              </a:rPr>
              <a:t>Outcomes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8144" y="895944"/>
            <a:ext cx="1802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994C"/>
                </a:solidFill>
              </a:rPr>
              <a:t>(Before vs After)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56514"/>
            <a:ext cx="4227892" cy="215443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chemeClr val="bg1"/>
                </a:solidFill>
              </a:rPr>
              <a:t>Business Impact
</a:t>
            </a:r>
          </a:p>
          <a:p>
            <a:r>
              <a:rPr sz="1400" dirty="0">
                <a:solidFill>
                  <a:schemeClr val="bg1"/>
                </a:solidFill>
              </a:rPr>
              <a:t>• Increased team productivity and efficiency</a:t>
            </a:r>
            <a:endParaRPr lang="en-US" sz="1400" dirty="0">
              <a:solidFill>
                <a:schemeClr val="bg1"/>
              </a:solidFill>
            </a:endParaRPr>
          </a:p>
          <a:p>
            <a:endParaRPr sz="1400" dirty="0">
              <a:solidFill>
                <a:schemeClr val="bg1"/>
              </a:solidFill>
            </a:endParaRPr>
          </a:p>
          <a:p>
            <a:r>
              <a:rPr sz="1400" dirty="0">
                <a:solidFill>
                  <a:schemeClr val="bg1"/>
                </a:solidFill>
              </a:rPr>
              <a:t>• Faster development and delivery cycles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sz="1400" dirty="0">
                <a:solidFill>
                  <a:schemeClr val="bg1"/>
                </a:solidFill>
              </a:rPr>
              <a:t>• Improved system reliability and response time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sz="1400" dirty="0">
                <a:solidFill>
                  <a:schemeClr val="bg1"/>
                </a:solidFill>
              </a:rPr>
              <a:t>• Democratized access to knowledge across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67818" y="3556514"/>
            <a:ext cx="3518982" cy="25237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chemeClr val="bg1"/>
                </a:solidFill>
              </a:rPr>
              <a:t>Final Vision</a:t>
            </a:r>
            <a:endParaRPr lang="en-US" sz="1800" b="1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An intelligent team member that:</a:t>
            </a:r>
          </a:p>
          <a:p>
            <a:endParaRPr sz="1400" dirty="0">
              <a:solidFill>
                <a:schemeClr val="bg1"/>
              </a:solidFill>
            </a:endParaRPr>
          </a:p>
          <a:p>
            <a:r>
              <a:rPr sz="1400" dirty="0">
                <a:solidFill>
                  <a:schemeClr val="bg1"/>
                </a:solidFill>
              </a:rPr>
              <a:t>• </a:t>
            </a:r>
            <a:r>
              <a:rPr lang="en-US" sz="1400" dirty="0">
                <a:solidFill>
                  <a:schemeClr val="bg1"/>
                </a:solidFill>
              </a:rPr>
              <a:t>Is a</a:t>
            </a:r>
            <a:r>
              <a:rPr sz="1400" dirty="0">
                <a:solidFill>
                  <a:schemeClr val="bg1"/>
                </a:solidFill>
              </a:rPr>
              <a:t>lways available</a:t>
            </a:r>
            <a:endParaRPr lang="en-US" sz="1400" dirty="0">
              <a:solidFill>
                <a:schemeClr val="bg1"/>
              </a:solidFill>
            </a:endParaRPr>
          </a:p>
          <a:p>
            <a:endParaRPr sz="1400" dirty="0">
              <a:solidFill>
                <a:schemeClr val="bg1"/>
              </a:solidFill>
            </a:endParaRPr>
          </a:p>
          <a:p>
            <a:r>
              <a:rPr sz="1400" dirty="0">
                <a:solidFill>
                  <a:schemeClr val="bg1"/>
                </a:solidFill>
              </a:rPr>
              <a:t>• Never forgets knowledge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sz="1400" dirty="0">
                <a:solidFill>
                  <a:schemeClr val="bg1"/>
                </a:solidFill>
              </a:rPr>
              <a:t>• Continuously learns and improves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sz="1400" dirty="0">
                <a:solidFill>
                  <a:schemeClr val="bg1"/>
                </a:solidFill>
              </a:rPr>
              <a:t>• Ensures no question goes unanswered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B88DEC7-B1BE-07A0-A9A5-376DCB03A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591787"/>
              </p:ext>
            </p:extLst>
          </p:nvPr>
        </p:nvGraphicFramePr>
        <p:xfrm>
          <a:off x="457200" y="1307385"/>
          <a:ext cx="77724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6857">
                  <a:extLst>
                    <a:ext uri="{9D8B030D-6E8A-4147-A177-3AD203B41FA5}">
                      <a16:colId xmlns:a16="http://schemas.microsoft.com/office/drawing/2014/main" val="2203282039"/>
                    </a:ext>
                  </a:extLst>
                </a:gridCol>
                <a:gridCol w="2024743">
                  <a:extLst>
                    <a:ext uri="{9D8B030D-6E8A-4147-A177-3AD203B41FA5}">
                      <a16:colId xmlns:a16="http://schemas.microsoft.com/office/drawing/2014/main" val="4121989524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614162621"/>
                    </a:ext>
                  </a:extLst>
                </a:gridCol>
              </a:tblGrid>
              <a:tr h="333932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Measurable Transformation 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53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Knowledge Retrieval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30 to 60 mins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Seconds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40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Incident Resolution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66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Onboarding Time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Weeks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141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SME Dependency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High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Significantly Reduced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202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</TotalTime>
  <Words>328</Words>
  <Application>Microsoft Macintosh PowerPoint</Application>
  <PresentationFormat>On-screen Show (4:3)</PresentationFormat>
  <Paragraphs>89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Monaco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Prateek Sharma</cp:lastModifiedBy>
  <cp:revision>16</cp:revision>
  <dcterms:created xsi:type="dcterms:W3CDTF">2013-01-27T09:14:16Z</dcterms:created>
  <dcterms:modified xsi:type="dcterms:W3CDTF">2026-04-08T17:12:24Z</dcterms:modified>
  <cp:category/>
</cp:coreProperties>
</file>